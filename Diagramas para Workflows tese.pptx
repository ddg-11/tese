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B323"/>
    <a:srgbClr val="BFD630"/>
    <a:srgbClr val="5D66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64D74A-4039-4D06-A08D-F8AB4F217676}" v="8" dt="2025-11-29T19:01:45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0" autoAdjust="0"/>
    <p:restoredTop sz="94660"/>
  </p:normalViewPr>
  <p:slideViewPr>
    <p:cSldViewPr snapToGrid="0">
      <p:cViewPr>
        <p:scale>
          <a:sx n="93" d="100"/>
          <a:sy n="93" d="100"/>
        </p:scale>
        <p:origin x="381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dinho, Diogo Domingues" userId="68415512-f182-46f9-920b-5b7a9e17a769" providerId="ADAL" clId="{1164D74A-4039-4D06-A08D-F8AB4F217676}"/>
    <pc:docChg chg="undo custSel addSld modSld">
      <pc:chgData name="Godinho, Diogo Domingues" userId="68415512-f182-46f9-920b-5b7a9e17a769" providerId="ADAL" clId="{1164D74A-4039-4D06-A08D-F8AB4F217676}" dt="2025-11-29T19:01:48.532" v="140" actId="14100"/>
      <pc:docMkLst>
        <pc:docMk/>
      </pc:docMkLst>
      <pc:sldChg chg="addSp delSp modSp add mod">
        <pc:chgData name="Godinho, Diogo Domingues" userId="68415512-f182-46f9-920b-5b7a9e17a769" providerId="ADAL" clId="{1164D74A-4039-4D06-A08D-F8AB4F217676}" dt="2025-11-29T18:58:52.351" v="129" actId="1076"/>
        <pc:sldMkLst>
          <pc:docMk/>
          <pc:sldMk cId="2964258410" sldId="267"/>
        </pc:sldMkLst>
        <pc:spChg chg="del">
          <ac:chgData name="Godinho, Diogo Domingues" userId="68415512-f182-46f9-920b-5b7a9e17a769" providerId="ADAL" clId="{1164D74A-4039-4D06-A08D-F8AB4F217676}" dt="2025-11-29T18:58:18.891" v="1" actId="478"/>
          <ac:spMkLst>
            <pc:docMk/>
            <pc:sldMk cId="2964258410" sldId="267"/>
            <ac:spMk id="5" creationId="{DFC1A678-CA1D-CF8F-80A4-E9B02781CC66}"/>
          </ac:spMkLst>
        </pc:spChg>
        <pc:grpChg chg="add mod">
          <ac:chgData name="Godinho, Diogo Domingues" userId="68415512-f182-46f9-920b-5b7a9e17a769" providerId="ADAL" clId="{1164D74A-4039-4D06-A08D-F8AB4F217676}" dt="2025-11-29T18:58:52.351" v="129" actId="1076"/>
          <ac:grpSpMkLst>
            <pc:docMk/>
            <pc:sldMk cId="2964258410" sldId="267"/>
            <ac:grpSpMk id="6" creationId="{22AB0CCF-C1F1-CC4E-7E25-29EA04947734}"/>
          </ac:grpSpMkLst>
        </pc:grpChg>
        <pc:graphicFrameChg chg="del">
          <ac:chgData name="Godinho, Diogo Domingues" userId="68415512-f182-46f9-920b-5b7a9e17a769" providerId="ADAL" clId="{1164D74A-4039-4D06-A08D-F8AB4F217676}" dt="2025-11-29T18:58:18.891" v="1" actId="478"/>
          <ac:graphicFrameMkLst>
            <pc:docMk/>
            <pc:sldMk cId="2964258410" sldId="267"/>
            <ac:graphicFrameMk id="4" creationId="{D90C6F6C-03C2-F9B2-7C84-16A27467DC22}"/>
          </ac:graphicFrameMkLst>
        </pc:graphicFrameChg>
        <pc:picChg chg="add mod">
          <ac:chgData name="Godinho, Diogo Domingues" userId="68415512-f182-46f9-920b-5b7a9e17a769" providerId="ADAL" clId="{1164D74A-4039-4D06-A08D-F8AB4F217676}" dt="2025-11-29T18:58:46.880" v="127" actId="164"/>
          <ac:picMkLst>
            <pc:docMk/>
            <pc:sldMk cId="2964258410" sldId="267"/>
            <ac:picMk id="2" creationId="{E95F2E5B-0166-2335-1719-85157FC2A406}"/>
          </ac:picMkLst>
        </pc:picChg>
        <pc:picChg chg="add mod">
          <ac:chgData name="Godinho, Diogo Domingues" userId="68415512-f182-46f9-920b-5b7a9e17a769" providerId="ADAL" clId="{1164D74A-4039-4D06-A08D-F8AB4F217676}" dt="2025-11-29T18:58:46.880" v="127" actId="164"/>
          <ac:picMkLst>
            <pc:docMk/>
            <pc:sldMk cId="2964258410" sldId="267"/>
            <ac:picMk id="3" creationId="{9469ED9F-4A35-5818-A2F2-6889722DC58B}"/>
          </ac:picMkLst>
        </pc:picChg>
      </pc:sldChg>
      <pc:sldChg chg="addSp delSp modSp add mod">
        <pc:chgData name="Godinho, Diogo Domingues" userId="68415512-f182-46f9-920b-5b7a9e17a769" providerId="ADAL" clId="{1164D74A-4039-4D06-A08D-F8AB4F217676}" dt="2025-11-29T19:01:48.532" v="140" actId="14100"/>
        <pc:sldMkLst>
          <pc:docMk/>
          <pc:sldMk cId="1011577167" sldId="268"/>
        </pc:sldMkLst>
        <pc:grpChg chg="del">
          <ac:chgData name="Godinho, Diogo Domingues" userId="68415512-f182-46f9-920b-5b7a9e17a769" providerId="ADAL" clId="{1164D74A-4039-4D06-A08D-F8AB4F217676}" dt="2025-11-29T19:01:19.517" v="131" actId="478"/>
          <ac:grpSpMkLst>
            <pc:docMk/>
            <pc:sldMk cId="1011577167" sldId="268"/>
            <ac:grpSpMk id="6" creationId="{7713EE3A-071E-8123-D11F-8AF325F0BD38}"/>
          </ac:grpSpMkLst>
        </pc:grpChg>
        <pc:grpChg chg="add mod">
          <ac:chgData name="Godinho, Diogo Domingues" userId="68415512-f182-46f9-920b-5b7a9e17a769" providerId="ADAL" clId="{1164D74A-4039-4D06-A08D-F8AB4F217676}" dt="2025-11-29T19:01:48.532" v="140" actId="14100"/>
          <ac:grpSpMkLst>
            <pc:docMk/>
            <pc:sldMk cId="1011577167" sldId="268"/>
            <ac:grpSpMk id="7" creationId="{7581BD15-610C-D3CC-EE91-77E9249102B3}"/>
          </ac:grpSpMkLst>
        </pc:grpChg>
        <pc:picChg chg="add mod">
          <ac:chgData name="Godinho, Diogo Domingues" userId="68415512-f182-46f9-920b-5b7a9e17a769" providerId="ADAL" clId="{1164D74A-4039-4D06-A08D-F8AB4F217676}" dt="2025-11-29T19:01:45.655" v="139" actId="164"/>
          <ac:picMkLst>
            <pc:docMk/>
            <pc:sldMk cId="1011577167" sldId="268"/>
            <ac:picMk id="4" creationId="{D0B74BB5-A073-50BD-59C4-0087619CE686}"/>
          </ac:picMkLst>
        </pc:picChg>
        <pc:picChg chg="add mod">
          <ac:chgData name="Godinho, Diogo Domingues" userId="68415512-f182-46f9-920b-5b7a9e17a769" providerId="ADAL" clId="{1164D74A-4039-4D06-A08D-F8AB4F217676}" dt="2025-11-29T19:01:45.655" v="139" actId="164"/>
          <ac:picMkLst>
            <pc:docMk/>
            <pc:sldMk cId="1011577167" sldId="268"/>
            <ac:picMk id="5" creationId="{81394C54-F2ED-381C-AFAC-757DBAE2A7EE}"/>
          </ac:picMkLst>
        </pc:picChg>
      </pc:sldChg>
    </pc:docChg>
  </pc:docChgLst>
  <pc:docChgLst>
    <pc:chgData name="Godinho, Diogo Domingues" userId="68415512-f182-46f9-920b-5b7a9e17a769" providerId="ADAL" clId="{3AC82E66-AFDC-454C-BD64-2DD7F7172363}"/>
    <pc:docChg chg="undo custSel addSld delSld modSld">
      <pc:chgData name="Godinho, Diogo Domingues" userId="68415512-f182-46f9-920b-5b7a9e17a769" providerId="ADAL" clId="{3AC82E66-AFDC-454C-BD64-2DD7F7172363}" dt="2025-11-07T17:13:13.364" v="1948" actId="164"/>
      <pc:docMkLst>
        <pc:docMk/>
      </pc:docMkLst>
      <pc:sldChg chg="addSp delSp modSp mod">
        <pc:chgData name="Godinho, Diogo Domingues" userId="68415512-f182-46f9-920b-5b7a9e17a769" providerId="ADAL" clId="{3AC82E66-AFDC-454C-BD64-2DD7F7172363}" dt="2025-11-07T17:13:13.364" v="1948" actId="164"/>
        <pc:sldMkLst>
          <pc:docMk/>
          <pc:sldMk cId="1782630880" sldId="256"/>
        </pc:sldMkLst>
        <pc:spChg chg="add mod">
          <ac:chgData name="Godinho, Diogo Domingues" userId="68415512-f182-46f9-920b-5b7a9e17a769" providerId="ADAL" clId="{3AC82E66-AFDC-454C-BD64-2DD7F7172363}" dt="2025-11-07T17:12:48.355" v="1942" actId="114"/>
          <ac:spMkLst>
            <pc:docMk/>
            <pc:sldMk cId="1782630880" sldId="256"/>
            <ac:spMk id="2" creationId="{1B046DE3-9A69-88E6-FA0E-ACDFD3244247}"/>
          </ac:spMkLst>
        </pc:spChg>
        <pc:spChg chg="mod">
          <ac:chgData name="Godinho, Diogo Domingues" userId="68415512-f182-46f9-920b-5b7a9e17a769" providerId="ADAL" clId="{3AC82E66-AFDC-454C-BD64-2DD7F7172363}" dt="2025-11-07T17:11:28.014" v="1888" actId="165"/>
          <ac:spMkLst>
            <pc:docMk/>
            <pc:sldMk cId="1782630880" sldId="256"/>
            <ac:spMk id="56" creationId="{86D6F411-C6EA-FFC2-F570-D1D628FACA27}"/>
          </ac:spMkLst>
        </pc:spChg>
        <pc:spChg chg="mod topLvl">
          <ac:chgData name="Godinho, Diogo Domingues" userId="68415512-f182-46f9-920b-5b7a9e17a769" providerId="ADAL" clId="{3AC82E66-AFDC-454C-BD64-2DD7F7172363}" dt="2025-11-07T17:13:13.364" v="1948" actId="164"/>
          <ac:spMkLst>
            <pc:docMk/>
            <pc:sldMk cId="1782630880" sldId="256"/>
            <ac:spMk id="57" creationId="{90B72D69-3F9D-B61A-F386-60966C0E5BBD}"/>
          </ac:spMkLst>
        </pc:spChg>
        <pc:spChg chg="mod topLvl">
          <ac:chgData name="Godinho, Diogo Domingues" userId="68415512-f182-46f9-920b-5b7a9e17a769" providerId="ADAL" clId="{3AC82E66-AFDC-454C-BD64-2DD7F7172363}" dt="2025-11-07T17:13:13.364" v="1948" actId="164"/>
          <ac:spMkLst>
            <pc:docMk/>
            <pc:sldMk cId="1782630880" sldId="256"/>
            <ac:spMk id="58" creationId="{B0BFB842-71AA-C0A7-13DF-F8DB356642C4}"/>
          </ac:spMkLst>
        </pc:spChg>
        <pc:spChg chg="mod">
          <ac:chgData name="Godinho, Diogo Domingues" userId="68415512-f182-46f9-920b-5b7a9e17a769" providerId="ADAL" clId="{3AC82E66-AFDC-454C-BD64-2DD7F7172363}" dt="2025-11-07T17:13:13.364" v="1948" actId="164"/>
          <ac:spMkLst>
            <pc:docMk/>
            <pc:sldMk cId="1782630880" sldId="256"/>
            <ac:spMk id="59" creationId="{7AF58D7F-812A-679A-1BFE-04F90343BCA8}"/>
          </ac:spMkLst>
        </pc:spChg>
        <pc:spChg chg="mod topLvl">
          <ac:chgData name="Godinho, Diogo Domingues" userId="68415512-f182-46f9-920b-5b7a9e17a769" providerId="ADAL" clId="{3AC82E66-AFDC-454C-BD64-2DD7F7172363}" dt="2025-11-07T17:13:13.364" v="1948" actId="164"/>
          <ac:spMkLst>
            <pc:docMk/>
            <pc:sldMk cId="1782630880" sldId="256"/>
            <ac:spMk id="60" creationId="{E43C9D67-E52D-E566-3359-6223407E4F99}"/>
          </ac:spMkLst>
        </pc:spChg>
        <pc:spChg chg="mod topLvl">
          <ac:chgData name="Godinho, Diogo Domingues" userId="68415512-f182-46f9-920b-5b7a9e17a769" providerId="ADAL" clId="{3AC82E66-AFDC-454C-BD64-2DD7F7172363}" dt="2025-11-07T17:13:13.364" v="1948" actId="164"/>
          <ac:spMkLst>
            <pc:docMk/>
            <pc:sldMk cId="1782630880" sldId="256"/>
            <ac:spMk id="85" creationId="{CCBC2E42-E288-1899-CAA9-DF4DA24C9727}"/>
          </ac:spMkLst>
        </pc:spChg>
        <pc:spChg chg="mod topLvl">
          <ac:chgData name="Godinho, Diogo Domingues" userId="68415512-f182-46f9-920b-5b7a9e17a769" providerId="ADAL" clId="{3AC82E66-AFDC-454C-BD64-2DD7F7172363}" dt="2025-11-07T17:13:13.364" v="1948" actId="164"/>
          <ac:spMkLst>
            <pc:docMk/>
            <pc:sldMk cId="1782630880" sldId="256"/>
            <ac:spMk id="90" creationId="{07C10BC4-3AF8-1BBB-AC4D-9E0313A11DE8}"/>
          </ac:spMkLst>
        </pc:spChg>
        <pc:spChg chg="mod">
          <ac:chgData name="Godinho, Diogo Domingues" userId="68415512-f182-46f9-920b-5b7a9e17a769" providerId="ADAL" clId="{3AC82E66-AFDC-454C-BD64-2DD7F7172363}" dt="2025-11-07T17:12:40.852" v="1940" actId="208"/>
          <ac:spMkLst>
            <pc:docMk/>
            <pc:sldMk cId="1782630880" sldId="256"/>
            <ac:spMk id="91" creationId="{6AD4BF91-1EE4-B586-44CC-640A94F4B267}"/>
          </ac:spMkLst>
        </pc:spChg>
        <pc:spChg chg="mod topLvl">
          <ac:chgData name="Godinho, Diogo Domingues" userId="68415512-f182-46f9-920b-5b7a9e17a769" providerId="ADAL" clId="{3AC82E66-AFDC-454C-BD64-2DD7F7172363}" dt="2025-11-07T17:13:13.364" v="1948" actId="164"/>
          <ac:spMkLst>
            <pc:docMk/>
            <pc:sldMk cId="1782630880" sldId="256"/>
            <ac:spMk id="92" creationId="{AA5AF808-EDFF-6EB0-A0C1-70428C589B96}"/>
          </ac:spMkLst>
        </pc:spChg>
        <pc:spChg chg="mod topLvl">
          <ac:chgData name="Godinho, Diogo Domingues" userId="68415512-f182-46f9-920b-5b7a9e17a769" providerId="ADAL" clId="{3AC82E66-AFDC-454C-BD64-2DD7F7172363}" dt="2025-11-07T17:13:13.364" v="1948" actId="164"/>
          <ac:spMkLst>
            <pc:docMk/>
            <pc:sldMk cId="1782630880" sldId="256"/>
            <ac:spMk id="102" creationId="{A41A942F-E578-69FF-C727-EEC6ED357EF9}"/>
          </ac:spMkLst>
        </pc:spChg>
        <pc:spChg chg="mod topLvl">
          <ac:chgData name="Godinho, Diogo Domingues" userId="68415512-f182-46f9-920b-5b7a9e17a769" providerId="ADAL" clId="{3AC82E66-AFDC-454C-BD64-2DD7F7172363}" dt="2025-11-07T17:13:13.364" v="1948" actId="164"/>
          <ac:spMkLst>
            <pc:docMk/>
            <pc:sldMk cId="1782630880" sldId="256"/>
            <ac:spMk id="103" creationId="{5D3132B5-9617-BB76-8D4B-36EEEAF9001D}"/>
          </ac:spMkLst>
        </pc:spChg>
        <pc:spChg chg="mod topLvl">
          <ac:chgData name="Godinho, Diogo Domingues" userId="68415512-f182-46f9-920b-5b7a9e17a769" providerId="ADAL" clId="{3AC82E66-AFDC-454C-BD64-2DD7F7172363}" dt="2025-11-07T17:13:13.364" v="1948" actId="164"/>
          <ac:spMkLst>
            <pc:docMk/>
            <pc:sldMk cId="1782630880" sldId="256"/>
            <ac:spMk id="104" creationId="{96484EF8-84D8-C496-62E7-35BFB6CFF20F}"/>
          </ac:spMkLst>
        </pc:spChg>
        <pc:grpChg chg="mod">
          <ac:chgData name="Godinho, Diogo Domingues" userId="68415512-f182-46f9-920b-5b7a9e17a769" providerId="ADAL" clId="{3AC82E66-AFDC-454C-BD64-2DD7F7172363}" dt="2025-11-07T17:11:32.120" v="1889" actId="12788"/>
          <ac:grpSpMkLst>
            <pc:docMk/>
            <pc:sldMk cId="1782630880" sldId="256"/>
            <ac:grpSpMk id="73" creationId="{2079F6CD-A687-46AD-679C-285379E57358}"/>
          </ac:grpSpMkLst>
        </pc:grpChg>
        <pc:picChg chg="mod">
          <ac:chgData name="Godinho, Diogo Domingues" userId="68415512-f182-46f9-920b-5b7a9e17a769" providerId="ADAL" clId="{3AC82E66-AFDC-454C-BD64-2DD7F7172363}" dt="2025-11-07T17:13:04.301" v="1947" actId="1038"/>
          <ac:picMkLst>
            <pc:docMk/>
            <pc:sldMk cId="1782630880" sldId="256"/>
            <ac:picMk id="87" creationId="{950A77EA-CBDC-EF31-5F17-7E43975F970A}"/>
          </ac:picMkLst>
        </pc:picChg>
        <pc:picChg chg="mod">
          <ac:chgData name="Godinho, Diogo Domingues" userId="68415512-f182-46f9-920b-5b7a9e17a769" providerId="ADAL" clId="{3AC82E66-AFDC-454C-BD64-2DD7F7172363}" dt="2025-11-07T17:11:47.535" v="1893" actId="1038"/>
          <ac:picMkLst>
            <pc:docMk/>
            <pc:sldMk cId="1782630880" sldId="256"/>
            <ac:picMk id="89" creationId="{BC80239D-A82A-BDD6-1071-F4CC6CBF0ABF}"/>
          </ac:picMkLst>
        </pc:picChg>
        <pc:cxnChg chg="mod">
          <ac:chgData name="Godinho, Diogo Domingues" userId="68415512-f182-46f9-920b-5b7a9e17a769" providerId="ADAL" clId="{3AC82E66-AFDC-454C-BD64-2DD7F7172363}" dt="2025-11-07T17:11:32.120" v="1889" actId="12788"/>
          <ac:cxnSpMkLst>
            <pc:docMk/>
            <pc:sldMk cId="1782630880" sldId="256"/>
            <ac:cxnSpMk id="62" creationId="{B002F197-1580-9958-2686-C0ABACEC0138}"/>
          </ac:cxnSpMkLst>
        </pc:cxnChg>
        <pc:cxnChg chg="mod">
          <ac:chgData name="Godinho, Diogo Domingues" userId="68415512-f182-46f9-920b-5b7a9e17a769" providerId="ADAL" clId="{3AC82E66-AFDC-454C-BD64-2DD7F7172363}" dt="2025-11-07T17:11:32.120" v="1889" actId="12788"/>
          <ac:cxnSpMkLst>
            <pc:docMk/>
            <pc:sldMk cId="1782630880" sldId="256"/>
            <ac:cxnSpMk id="65" creationId="{A6F2EF28-F547-FFB5-272D-C636A1038F8C}"/>
          </ac:cxnSpMkLst>
        </pc:cxnChg>
        <pc:cxnChg chg="mod">
          <ac:chgData name="Godinho, Diogo Domingues" userId="68415512-f182-46f9-920b-5b7a9e17a769" providerId="ADAL" clId="{3AC82E66-AFDC-454C-BD64-2DD7F7172363}" dt="2025-11-07T17:11:32.120" v="1889" actId="12788"/>
          <ac:cxnSpMkLst>
            <pc:docMk/>
            <pc:sldMk cId="1782630880" sldId="256"/>
            <ac:cxnSpMk id="93" creationId="{E40C61CD-A7E8-6B54-4AC8-D330E5FC4629}"/>
          </ac:cxnSpMkLst>
        </pc:cxnChg>
        <pc:cxnChg chg="mod">
          <ac:chgData name="Godinho, Diogo Domingues" userId="68415512-f182-46f9-920b-5b7a9e17a769" providerId="ADAL" clId="{3AC82E66-AFDC-454C-BD64-2DD7F7172363}" dt="2025-11-07T17:11:32.120" v="1889" actId="12788"/>
          <ac:cxnSpMkLst>
            <pc:docMk/>
            <pc:sldMk cId="1782630880" sldId="256"/>
            <ac:cxnSpMk id="96" creationId="{FEC62F61-1D0C-D125-2A7A-8EACFEB86172}"/>
          </ac:cxnSpMkLst>
        </pc:cxnChg>
        <pc:cxnChg chg="mod">
          <ac:chgData name="Godinho, Diogo Domingues" userId="68415512-f182-46f9-920b-5b7a9e17a769" providerId="ADAL" clId="{3AC82E66-AFDC-454C-BD64-2DD7F7172363}" dt="2025-11-07T17:11:43.073" v="1890"/>
          <ac:cxnSpMkLst>
            <pc:docMk/>
            <pc:sldMk cId="1782630880" sldId="256"/>
            <ac:cxnSpMk id="99" creationId="{8201BD22-2C82-516C-832F-39F65A4D9E58}"/>
          </ac:cxnSpMkLst>
        </pc:cxnChg>
      </pc:sldChg>
      <pc:sldChg chg="addSp modSp mod">
        <pc:chgData name="Godinho, Diogo Domingues" userId="68415512-f182-46f9-920b-5b7a9e17a769" providerId="ADAL" clId="{3AC82E66-AFDC-454C-BD64-2DD7F7172363}" dt="2025-10-28T15:58:30.042" v="1269" actId="164"/>
        <pc:sldMkLst>
          <pc:docMk/>
          <pc:sldMk cId="903723445" sldId="257"/>
        </pc:sldMkLst>
        <pc:spChg chg="mod">
          <ac:chgData name="Godinho, Diogo Domingues" userId="68415512-f182-46f9-920b-5b7a9e17a769" providerId="ADAL" clId="{3AC82E66-AFDC-454C-BD64-2DD7F7172363}" dt="2025-10-28T15:58:30.042" v="1269" actId="164"/>
          <ac:spMkLst>
            <pc:docMk/>
            <pc:sldMk cId="903723445" sldId="257"/>
            <ac:spMk id="4" creationId="{F2E71EA1-83F0-DC17-2E32-FB15C0AF9B8F}"/>
          </ac:spMkLst>
        </pc:spChg>
        <pc:spChg chg="mod">
          <ac:chgData name="Godinho, Diogo Domingues" userId="68415512-f182-46f9-920b-5b7a9e17a769" providerId="ADAL" clId="{3AC82E66-AFDC-454C-BD64-2DD7F7172363}" dt="2025-10-28T15:58:30.042" v="1269" actId="164"/>
          <ac:spMkLst>
            <pc:docMk/>
            <pc:sldMk cId="903723445" sldId="257"/>
            <ac:spMk id="5" creationId="{75AB32A6-4AC4-1E96-181F-4477D05E9F8F}"/>
          </ac:spMkLst>
        </pc:spChg>
        <pc:spChg chg="mod">
          <ac:chgData name="Godinho, Diogo Domingues" userId="68415512-f182-46f9-920b-5b7a9e17a769" providerId="ADAL" clId="{3AC82E66-AFDC-454C-BD64-2DD7F7172363}" dt="2025-10-28T15:58:30.042" v="1269" actId="164"/>
          <ac:spMkLst>
            <pc:docMk/>
            <pc:sldMk cId="903723445" sldId="257"/>
            <ac:spMk id="13" creationId="{8B34CD3E-20D6-6CE8-0297-128F9ED39592}"/>
          </ac:spMkLst>
        </pc:spChg>
        <pc:spChg chg="mod">
          <ac:chgData name="Godinho, Diogo Domingues" userId="68415512-f182-46f9-920b-5b7a9e17a769" providerId="ADAL" clId="{3AC82E66-AFDC-454C-BD64-2DD7F7172363}" dt="2025-10-28T15:58:30.042" v="1269" actId="164"/>
          <ac:spMkLst>
            <pc:docMk/>
            <pc:sldMk cId="903723445" sldId="257"/>
            <ac:spMk id="16" creationId="{19FC9367-0600-ED9E-85EC-C09888B71625}"/>
          </ac:spMkLst>
        </pc:spChg>
        <pc:spChg chg="mod">
          <ac:chgData name="Godinho, Diogo Domingues" userId="68415512-f182-46f9-920b-5b7a9e17a769" providerId="ADAL" clId="{3AC82E66-AFDC-454C-BD64-2DD7F7172363}" dt="2025-10-28T15:54:46.653" v="1190" actId="20577"/>
          <ac:spMkLst>
            <pc:docMk/>
            <pc:sldMk cId="903723445" sldId="257"/>
            <ac:spMk id="22" creationId="{7C64A0DB-8191-A185-F836-54C41C162F06}"/>
          </ac:spMkLst>
        </pc:spChg>
        <pc:spChg chg="mod">
          <ac:chgData name="Godinho, Diogo Domingues" userId="68415512-f182-46f9-920b-5b7a9e17a769" providerId="ADAL" clId="{3AC82E66-AFDC-454C-BD64-2DD7F7172363}" dt="2025-10-28T15:58:30.042" v="1269" actId="164"/>
          <ac:spMkLst>
            <pc:docMk/>
            <pc:sldMk cId="903723445" sldId="257"/>
            <ac:spMk id="23" creationId="{CC2FA641-E0A7-11DD-75AB-BF3AD29A2835}"/>
          </ac:spMkLst>
        </pc:spChg>
        <pc:grpChg chg="add mod">
          <ac:chgData name="Godinho, Diogo Domingues" userId="68415512-f182-46f9-920b-5b7a9e17a769" providerId="ADAL" clId="{3AC82E66-AFDC-454C-BD64-2DD7F7172363}" dt="2025-10-28T15:58:30.042" v="1269" actId="164"/>
          <ac:grpSpMkLst>
            <pc:docMk/>
            <pc:sldMk cId="903723445" sldId="257"/>
            <ac:grpSpMk id="3" creationId="{1930C3F5-4C20-A537-E6F4-116D61DA2343}"/>
          </ac:grpSpMkLst>
        </pc:grpChg>
        <pc:grpChg chg="mod">
          <ac:chgData name="Godinho, Diogo Domingues" userId="68415512-f182-46f9-920b-5b7a9e17a769" providerId="ADAL" clId="{3AC82E66-AFDC-454C-BD64-2DD7F7172363}" dt="2025-10-28T15:58:30.042" v="1269" actId="164"/>
          <ac:grpSpMkLst>
            <pc:docMk/>
            <pc:sldMk cId="903723445" sldId="257"/>
            <ac:grpSpMk id="36" creationId="{7FF43E8A-88EB-12AD-3F2C-0FA388047634}"/>
          </ac:grpSpMkLst>
        </pc:grpChg>
        <pc:grpChg chg="mod">
          <ac:chgData name="Godinho, Diogo Domingues" userId="68415512-f182-46f9-920b-5b7a9e17a769" providerId="ADAL" clId="{3AC82E66-AFDC-454C-BD64-2DD7F7172363}" dt="2025-10-28T15:58:30.042" v="1269" actId="164"/>
          <ac:grpSpMkLst>
            <pc:docMk/>
            <pc:sldMk cId="903723445" sldId="257"/>
            <ac:grpSpMk id="38" creationId="{CCE82B63-3610-8853-55E7-723EE4EBA93B}"/>
          </ac:grpSpMkLst>
        </pc:grpChg>
        <pc:grpChg chg="mod">
          <ac:chgData name="Godinho, Diogo Domingues" userId="68415512-f182-46f9-920b-5b7a9e17a769" providerId="ADAL" clId="{3AC82E66-AFDC-454C-BD64-2DD7F7172363}" dt="2025-10-28T15:58:30.042" v="1269" actId="164"/>
          <ac:grpSpMkLst>
            <pc:docMk/>
            <pc:sldMk cId="903723445" sldId="257"/>
            <ac:grpSpMk id="39" creationId="{6CD810C9-59CC-DD12-8066-3A7331FF87F8}"/>
          </ac:grpSpMkLst>
        </pc:grpChg>
        <pc:grpChg chg="mod">
          <ac:chgData name="Godinho, Diogo Domingues" userId="68415512-f182-46f9-920b-5b7a9e17a769" providerId="ADAL" clId="{3AC82E66-AFDC-454C-BD64-2DD7F7172363}" dt="2025-10-28T15:58:30.042" v="1269" actId="164"/>
          <ac:grpSpMkLst>
            <pc:docMk/>
            <pc:sldMk cId="903723445" sldId="257"/>
            <ac:grpSpMk id="45" creationId="{0A1905EF-BC02-7C91-B521-A0FF7532868B}"/>
          </ac:grpSpMkLst>
        </pc:grpChg>
      </pc:sldChg>
      <pc:sldChg chg="addSp delSp modSp mod">
        <pc:chgData name="Godinho, Diogo Domingues" userId="68415512-f182-46f9-920b-5b7a9e17a769" providerId="ADAL" clId="{3AC82E66-AFDC-454C-BD64-2DD7F7172363}" dt="2025-10-28T15:54:42.201" v="1189" actId="20577"/>
        <pc:sldMkLst>
          <pc:docMk/>
          <pc:sldMk cId="2189827394" sldId="258"/>
        </pc:sldMkLst>
        <pc:spChg chg="add mod">
          <ac:chgData name="Godinho, Diogo Domingues" userId="68415512-f182-46f9-920b-5b7a9e17a769" providerId="ADAL" clId="{3AC82E66-AFDC-454C-BD64-2DD7F7172363}" dt="2025-10-26T20:09:32.721" v="831" actId="164"/>
          <ac:spMkLst>
            <pc:docMk/>
            <pc:sldMk cId="2189827394" sldId="258"/>
            <ac:spMk id="3" creationId="{7253B9DE-83C5-299D-9BF0-CEF52AD937A3}"/>
          </ac:spMkLst>
        </pc:spChg>
        <pc:spChg chg="mod topLvl">
          <ac:chgData name="Godinho, Diogo Domingues" userId="68415512-f182-46f9-920b-5b7a9e17a769" providerId="ADAL" clId="{3AC82E66-AFDC-454C-BD64-2DD7F7172363}" dt="2025-10-26T19:41:03.157" v="471" actId="552"/>
          <ac:spMkLst>
            <pc:docMk/>
            <pc:sldMk cId="2189827394" sldId="258"/>
            <ac:spMk id="4" creationId="{3912AFCE-3D5A-D26F-155C-AF02A24E095A}"/>
          </ac:spMkLst>
        </pc:spChg>
        <pc:spChg chg="mod">
          <ac:chgData name="Godinho, Diogo Domingues" userId="68415512-f182-46f9-920b-5b7a9e17a769" providerId="ADAL" clId="{3AC82E66-AFDC-454C-BD64-2DD7F7172363}" dt="2025-10-28T15:43:28.355" v="988" actId="165"/>
          <ac:spMkLst>
            <pc:docMk/>
            <pc:sldMk cId="2189827394" sldId="258"/>
            <ac:spMk id="5" creationId="{D1547483-E661-307E-7CAF-AB988C97B099}"/>
          </ac:spMkLst>
        </pc:spChg>
        <pc:spChg chg="mod topLvl">
          <ac:chgData name="Godinho, Diogo Domingues" userId="68415512-f182-46f9-920b-5b7a9e17a769" providerId="ADAL" clId="{3AC82E66-AFDC-454C-BD64-2DD7F7172363}" dt="2025-10-28T15:43:47.531" v="1008" actId="164"/>
          <ac:spMkLst>
            <pc:docMk/>
            <pc:sldMk cId="2189827394" sldId="258"/>
            <ac:spMk id="6" creationId="{E326454B-2A68-EDCF-49D3-D986A0E7B449}"/>
          </ac:spMkLst>
        </pc:spChg>
        <pc:spChg chg="mod topLvl">
          <ac:chgData name="Godinho, Diogo Domingues" userId="68415512-f182-46f9-920b-5b7a9e17a769" providerId="ADAL" clId="{3AC82E66-AFDC-454C-BD64-2DD7F7172363}" dt="2025-10-26T20:09:32.721" v="831" actId="164"/>
          <ac:spMkLst>
            <pc:docMk/>
            <pc:sldMk cId="2189827394" sldId="258"/>
            <ac:spMk id="7" creationId="{9B8DDC44-0DE5-9C1F-45C6-0FEE672C2486}"/>
          </ac:spMkLst>
        </pc:spChg>
        <pc:spChg chg="mod topLvl">
          <ac:chgData name="Godinho, Diogo Domingues" userId="68415512-f182-46f9-920b-5b7a9e17a769" providerId="ADAL" clId="{3AC82E66-AFDC-454C-BD64-2DD7F7172363}" dt="2025-10-26T19:42:09.226" v="522" actId="164"/>
          <ac:spMkLst>
            <pc:docMk/>
            <pc:sldMk cId="2189827394" sldId="258"/>
            <ac:spMk id="13" creationId="{BE681F8A-92EF-F43C-4C26-929B912270C5}"/>
          </ac:spMkLst>
        </pc:spChg>
        <pc:spChg chg="mod topLvl">
          <ac:chgData name="Godinho, Diogo Domingues" userId="68415512-f182-46f9-920b-5b7a9e17a769" providerId="ADAL" clId="{3AC82E66-AFDC-454C-BD64-2DD7F7172363}" dt="2025-10-26T19:38:41.647" v="372" actId="164"/>
          <ac:spMkLst>
            <pc:docMk/>
            <pc:sldMk cId="2189827394" sldId="258"/>
            <ac:spMk id="14" creationId="{8768E7AA-12E0-9753-28C8-4EFBE4C59A36}"/>
          </ac:spMkLst>
        </pc:spChg>
        <pc:spChg chg="mod topLvl">
          <ac:chgData name="Godinho, Diogo Domingues" userId="68415512-f182-46f9-920b-5b7a9e17a769" providerId="ADAL" clId="{3AC82E66-AFDC-454C-BD64-2DD7F7172363}" dt="2025-10-28T15:43:47.531" v="1008" actId="164"/>
          <ac:spMkLst>
            <pc:docMk/>
            <pc:sldMk cId="2189827394" sldId="258"/>
            <ac:spMk id="16" creationId="{A9EDAE58-57B5-21DC-E5E1-744082B0D54E}"/>
          </ac:spMkLst>
        </pc:spChg>
        <pc:spChg chg="mod topLvl">
          <ac:chgData name="Godinho, Diogo Domingues" userId="68415512-f182-46f9-920b-5b7a9e17a769" providerId="ADAL" clId="{3AC82E66-AFDC-454C-BD64-2DD7F7172363}" dt="2025-10-26T20:03:11.919" v="547" actId="20577"/>
          <ac:spMkLst>
            <pc:docMk/>
            <pc:sldMk cId="2189827394" sldId="258"/>
            <ac:spMk id="18" creationId="{40728F90-BFF9-6502-74C1-92D94D1C8B34}"/>
          </ac:spMkLst>
        </pc:spChg>
        <pc:spChg chg="mod topLvl">
          <ac:chgData name="Godinho, Diogo Domingues" userId="68415512-f182-46f9-920b-5b7a9e17a769" providerId="ADAL" clId="{3AC82E66-AFDC-454C-BD64-2DD7F7172363}" dt="2025-10-28T15:43:47.531" v="1008" actId="164"/>
          <ac:spMkLst>
            <pc:docMk/>
            <pc:sldMk cId="2189827394" sldId="258"/>
            <ac:spMk id="19" creationId="{F10CE381-1718-6666-157B-6AC9A005C283}"/>
          </ac:spMkLst>
        </pc:spChg>
        <pc:spChg chg="mod topLvl">
          <ac:chgData name="Godinho, Diogo Domingues" userId="68415512-f182-46f9-920b-5b7a9e17a769" providerId="ADAL" clId="{3AC82E66-AFDC-454C-BD64-2DD7F7172363}" dt="2025-10-26T20:03:41.787" v="570" actId="20577"/>
          <ac:spMkLst>
            <pc:docMk/>
            <pc:sldMk cId="2189827394" sldId="258"/>
            <ac:spMk id="21" creationId="{EDFD76CF-AF8B-4080-EACF-A09F6378349E}"/>
          </ac:spMkLst>
        </pc:spChg>
        <pc:spChg chg="mod topLvl">
          <ac:chgData name="Godinho, Diogo Domingues" userId="68415512-f182-46f9-920b-5b7a9e17a769" providerId="ADAL" clId="{3AC82E66-AFDC-454C-BD64-2DD7F7172363}" dt="2025-10-28T15:54:42.201" v="1189" actId="20577"/>
          <ac:spMkLst>
            <pc:docMk/>
            <pc:sldMk cId="2189827394" sldId="258"/>
            <ac:spMk id="22" creationId="{590C8B85-F507-568F-09D9-E1A48B9F19C6}"/>
          </ac:spMkLst>
        </pc:spChg>
        <pc:spChg chg="mod topLvl">
          <ac:chgData name="Godinho, Diogo Domingues" userId="68415512-f182-46f9-920b-5b7a9e17a769" providerId="ADAL" clId="{3AC82E66-AFDC-454C-BD64-2DD7F7172363}" dt="2025-10-26T20:09:32.721" v="831" actId="164"/>
          <ac:spMkLst>
            <pc:docMk/>
            <pc:sldMk cId="2189827394" sldId="258"/>
            <ac:spMk id="23" creationId="{5BA2CF01-74E5-CCA1-18A1-2408518BAE08}"/>
          </ac:spMkLst>
        </pc:spChg>
        <pc:spChg chg="mod topLvl">
          <ac:chgData name="Godinho, Diogo Domingues" userId="68415512-f182-46f9-920b-5b7a9e17a769" providerId="ADAL" clId="{3AC82E66-AFDC-454C-BD64-2DD7F7172363}" dt="2025-10-26T20:03:15.130" v="551" actId="20577"/>
          <ac:spMkLst>
            <pc:docMk/>
            <pc:sldMk cId="2189827394" sldId="258"/>
            <ac:spMk id="26" creationId="{CB76CDA3-A6A3-020C-BB9D-24EBDA7902A4}"/>
          </ac:spMkLst>
        </pc:spChg>
        <pc:spChg chg="add mod">
          <ac:chgData name="Godinho, Diogo Domingues" userId="68415512-f182-46f9-920b-5b7a9e17a769" providerId="ADAL" clId="{3AC82E66-AFDC-454C-BD64-2DD7F7172363}" dt="2025-10-28T15:43:47.531" v="1008" actId="164"/>
          <ac:spMkLst>
            <pc:docMk/>
            <pc:sldMk cId="2189827394" sldId="258"/>
            <ac:spMk id="31" creationId="{F664C953-8FD2-93B9-50FF-05CE8AF9E675}"/>
          </ac:spMkLst>
        </pc:spChg>
        <pc:spChg chg="add mod">
          <ac:chgData name="Godinho, Diogo Domingues" userId="68415512-f182-46f9-920b-5b7a9e17a769" providerId="ADAL" clId="{3AC82E66-AFDC-454C-BD64-2DD7F7172363}" dt="2025-10-28T15:54:39.161" v="1188" actId="20577"/>
          <ac:spMkLst>
            <pc:docMk/>
            <pc:sldMk cId="2189827394" sldId="258"/>
            <ac:spMk id="32" creationId="{CDE98C41-CD69-96E1-8441-DD9C143FBB9F}"/>
          </ac:spMkLst>
        </pc:spChg>
        <pc:spChg chg="add mod topLvl">
          <ac:chgData name="Godinho, Diogo Domingues" userId="68415512-f182-46f9-920b-5b7a9e17a769" providerId="ADAL" clId="{3AC82E66-AFDC-454C-BD64-2DD7F7172363}" dt="2025-10-28T15:43:47.531" v="1008" actId="164"/>
          <ac:spMkLst>
            <pc:docMk/>
            <pc:sldMk cId="2189827394" sldId="258"/>
            <ac:spMk id="34" creationId="{476AAF9D-179B-62F1-10DB-6D62AEBC4AE7}"/>
          </ac:spMkLst>
        </pc:spChg>
        <pc:spChg chg="add mod topLvl">
          <ac:chgData name="Godinho, Diogo Domingues" userId="68415512-f182-46f9-920b-5b7a9e17a769" providerId="ADAL" clId="{3AC82E66-AFDC-454C-BD64-2DD7F7172363}" dt="2025-10-28T15:43:47.531" v="1008" actId="164"/>
          <ac:spMkLst>
            <pc:docMk/>
            <pc:sldMk cId="2189827394" sldId="258"/>
            <ac:spMk id="51" creationId="{440A21FE-C82C-C24B-81E9-510E3B2FA71E}"/>
          </ac:spMkLst>
        </pc:spChg>
        <pc:spChg chg="add mod">
          <ac:chgData name="Godinho, Diogo Domingues" userId="68415512-f182-46f9-920b-5b7a9e17a769" providerId="ADAL" clId="{3AC82E66-AFDC-454C-BD64-2DD7F7172363}" dt="2025-10-26T19:42:39.137" v="545" actId="1036"/>
          <ac:spMkLst>
            <pc:docMk/>
            <pc:sldMk cId="2189827394" sldId="258"/>
            <ac:spMk id="52" creationId="{96114457-1D63-1E0B-B16A-1B26D307AA13}"/>
          </ac:spMkLst>
        </pc:spChg>
        <pc:spChg chg="mod topLvl">
          <ac:chgData name="Godinho, Diogo Domingues" userId="68415512-f182-46f9-920b-5b7a9e17a769" providerId="ADAL" clId="{3AC82E66-AFDC-454C-BD64-2DD7F7172363}" dt="2025-10-28T15:43:47.531" v="1008" actId="164"/>
          <ac:spMkLst>
            <pc:docMk/>
            <pc:sldMk cId="2189827394" sldId="258"/>
            <ac:spMk id="58" creationId="{09AFF656-EE7B-D433-537E-85AFDCC156EC}"/>
          </ac:spMkLst>
        </pc:spChg>
        <pc:spChg chg="mod topLvl">
          <ac:chgData name="Godinho, Diogo Domingues" userId="68415512-f182-46f9-920b-5b7a9e17a769" providerId="ADAL" clId="{3AC82E66-AFDC-454C-BD64-2DD7F7172363}" dt="2025-10-26T20:09:32.721" v="831" actId="164"/>
          <ac:spMkLst>
            <pc:docMk/>
            <pc:sldMk cId="2189827394" sldId="258"/>
            <ac:spMk id="59" creationId="{746C7598-C38C-0E31-D7E9-FB33B7B25BC3}"/>
          </ac:spMkLst>
        </pc:spChg>
        <pc:spChg chg="mod topLvl">
          <ac:chgData name="Godinho, Diogo Domingues" userId="68415512-f182-46f9-920b-5b7a9e17a769" providerId="ADAL" clId="{3AC82E66-AFDC-454C-BD64-2DD7F7172363}" dt="2025-10-26T20:09:32.721" v="831" actId="164"/>
          <ac:spMkLst>
            <pc:docMk/>
            <pc:sldMk cId="2189827394" sldId="258"/>
            <ac:spMk id="69" creationId="{EA84CAAC-D88E-D1DA-C45E-8175DAA76624}"/>
          </ac:spMkLst>
        </pc:spChg>
        <pc:spChg chg="mod topLvl">
          <ac:chgData name="Godinho, Diogo Domingues" userId="68415512-f182-46f9-920b-5b7a9e17a769" providerId="ADAL" clId="{3AC82E66-AFDC-454C-BD64-2DD7F7172363}" dt="2025-10-26T20:03:33.689" v="562" actId="20577"/>
          <ac:spMkLst>
            <pc:docMk/>
            <pc:sldMk cId="2189827394" sldId="258"/>
            <ac:spMk id="70" creationId="{6976594E-825F-924B-390D-74CB64A27531}"/>
          </ac:spMkLst>
        </pc:spChg>
        <pc:spChg chg="mod topLvl">
          <ac:chgData name="Godinho, Diogo Domingues" userId="68415512-f182-46f9-920b-5b7a9e17a769" providerId="ADAL" clId="{3AC82E66-AFDC-454C-BD64-2DD7F7172363}" dt="2025-10-26T20:09:32.721" v="831" actId="164"/>
          <ac:spMkLst>
            <pc:docMk/>
            <pc:sldMk cId="2189827394" sldId="258"/>
            <ac:spMk id="71" creationId="{E43A039E-FA17-5F9A-E552-5CA1EC29A19D}"/>
          </ac:spMkLst>
        </pc:spChg>
        <pc:spChg chg="add mod topLvl">
          <ac:chgData name="Godinho, Diogo Domingues" userId="68415512-f182-46f9-920b-5b7a9e17a769" providerId="ADAL" clId="{3AC82E66-AFDC-454C-BD64-2DD7F7172363}" dt="2025-10-28T15:43:47.531" v="1008" actId="164"/>
          <ac:spMkLst>
            <pc:docMk/>
            <pc:sldMk cId="2189827394" sldId="258"/>
            <ac:spMk id="77" creationId="{B9039C21-C276-1FE8-A521-A3C9D5E07EB6}"/>
          </ac:spMkLst>
        </pc:spChg>
        <pc:spChg chg="add mod">
          <ac:chgData name="Godinho, Diogo Domingues" userId="68415512-f182-46f9-920b-5b7a9e17a769" providerId="ADAL" clId="{3AC82E66-AFDC-454C-BD64-2DD7F7172363}" dt="2025-10-26T20:07:27.211" v="830" actId="20577"/>
          <ac:spMkLst>
            <pc:docMk/>
            <pc:sldMk cId="2189827394" sldId="258"/>
            <ac:spMk id="78" creationId="{2ECEC3D4-83FB-338B-8C42-2FC9CE98D488}"/>
          </ac:spMkLst>
        </pc:spChg>
        <pc:spChg chg="add mod">
          <ac:chgData name="Godinho, Diogo Domingues" userId="68415512-f182-46f9-920b-5b7a9e17a769" providerId="ADAL" clId="{3AC82E66-AFDC-454C-BD64-2DD7F7172363}" dt="2025-10-28T15:43:43.655" v="1007" actId="12788"/>
          <ac:spMkLst>
            <pc:docMk/>
            <pc:sldMk cId="2189827394" sldId="258"/>
            <ac:spMk id="95" creationId="{D12915E5-3B56-7367-3493-63496192862B}"/>
          </ac:spMkLst>
        </pc:spChg>
        <pc:spChg chg="add mod topLvl">
          <ac:chgData name="Godinho, Diogo Domingues" userId="68415512-f182-46f9-920b-5b7a9e17a769" providerId="ADAL" clId="{3AC82E66-AFDC-454C-BD64-2DD7F7172363}" dt="2025-10-28T15:43:47.531" v="1008" actId="164"/>
          <ac:spMkLst>
            <pc:docMk/>
            <pc:sldMk cId="2189827394" sldId="258"/>
            <ac:spMk id="98" creationId="{665CDA24-1EA6-3F59-9AC8-D995B040363E}"/>
          </ac:spMkLst>
        </pc:spChg>
        <pc:spChg chg="add mod">
          <ac:chgData name="Godinho, Diogo Domingues" userId="68415512-f182-46f9-920b-5b7a9e17a769" providerId="ADAL" clId="{3AC82E66-AFDC-454C-BD64-2DD7F7172363}" dt="2025-10-28T15:43:19.152" v="985"/>
          <ac:spMkLst>
            <pc:docMk/>
            <pc:sldMk cId="2189827394" sldId="258"/>
            <ac:spMk id="99" creationId="{FB3C0D0D-9DDC-D5FF-A003-297820AEF7DB}"/>
          </ac:spMkLst>
        </pc:spChg>
        <pc:grpChg chg="add mod">
          <ac:chgData name="Godinho, Diogo Domingues" userId="68415512-f182-46f9-920b-5b7a9e17a769" providerId="ADAL" clId="{3AC82E66-AFDC-454C-BD64-2DD7F7172363}" dt="2025-10-26T20:05:01.647" v="625" actId="12788"/>
          <ac:grpSpMkLst>
            <pc:docMk/>
            <pc:sldMk cId="2189827394" sldId="258"/>
            <ac:grpSpMk id="67" creationId="{002ED437-34A1-56BA-4293-9B34B10D8818}"/>
          </ac:grpSpMkLst>
        </pc:grpChg>
        <pc:grpChg chg="add mod">
          <ac:chgData name="Godinho, Diogo Domingues" userId="68415512-f182-46f9-920b-5b7a9e17a769" providerId="ADAL" clId="{3AC82E66-AFDC-454C-BD64-2DD7F7172363}" dt="2025-10-26T19:42:09.226" v="522" actId="164"/>
          <ac:grpSpMkLst>
            <pc:docMk/>
            <pc:sldMk cId="2189827394" sldId="258"/>
            <ac:grpSpMk id="92" creationId="{DA94A64C-1DE2-8AA5-D429-58EC9C2BCE49}"/>
          </ac:grpSpMkLst>
        </pc:grpChg>
        <pc:cxnChg chg="mod">
          <ac:chgData name="Godinho, Diogo Domingues" userId="68415512-f182-46f9-920b-5b7a9e17a769" providerId="ADAL" clId="{3AC82E66-AFDC-454C-BD64-2DD7F7172363}" dt="2025-10-26T19:41:03.157" v="471" actId="552"/>
          <ac:cxnSpMkLst>
            <pc:docMk/>
            <pc:sldMk cId="2189827394" sldId="258"/>
            <ac:cxnSpMk id="8" creationId="{A39309DF-0E96-CD42-D11C-32511BF548FC}"/>
          </ac:cxnSpMkLst>
        </pc:cxnChg>
        <pc:cxnChg chg="mod topLvl">
          <ac:chgData name="Godinho, Diogo Domingues" userId="68415512-f182-46f9-920b-5b7a9e17a769" providerId="ADAL" clId="{3AC82E66-AFDC-454C-BD64-2DD7F7172363}" dt="2025-10-26T19:40:36.124" v="461" actId="553"/>
          <ac:cxnSpMkLst>
            <pc:docMk/>
            <pc:sldMk cId="2189827394" sldId="258"/>
            <ac:cxnSpMk id="9" creationId="{C97E9A92-43E1-C5F9-96DE-9D0FE369E6B1}"/>
          </ac:cxnSpMkLst>
        </pc:cxnChg>
        <pc:cxnChg chg="mod topLvl">
          <ac:chgData name="Godinho, Diogo Domingues" userId="68415512-f182-46f9-920b-5b7a9e17a769" providerId="ADAL" clId="{3AC82E66-AFDC-454C-BD64-2DD7F7172363}" dt="2025-10-26T19:38:41.647" v="372" actId="164"/>
          <ac:cxnSpMkLst>
            <pc:docMk/>
            <pc:sldMk cId="2189827394" sldId="258"/>
            <ac:cxnSpMk id="17" creationId="{D7DBF074-3EDE-4457-A554-B9B3149CD1F1}"/>
          </ac:cxnSpMkLst>
        </pc:cxnChg>
        <pc:cxnChg chg="add mod">
          <ac:chgData name="Godinho, Diogo Domingues" userId="68415512-f182-46f9-920b-5b7a9e17a769" providerId="ADAL" clId="{3AC82E66-AFDC-454C-BD64-2DD7F7172363}" dt="2025-10-28T15:43:43.655" v="1007" actId="12788"/>
          <ac:cxnSpMkLst>
            <pc:docMk/>
            <pc:sldMk cId="2189827394" sldId="258"/>
            <ac:cxnSpMk id="27" creationId="{65B033AD-2599-0820-00B4-8CD884A24504}"/>
          </ac:cxnSpMkLst>
        </pc:cxnChg>
        <pc:cxnChg chg="mod">
          <ac:chgData name="Godinho, Diogo Domingues" userId="68415512-f182-46f9-920b-5b7a9e17a769" providerId="ADAL" clId="{3AC82E66-AFDC-454C-BD64-2DD7F7172363}" dt="2025-10-26T20:06:39.382" v="755" actId="12788"/>
          <ac:cxnSpMkLst>
            <pc:docMk/>
            <pc:sldMk cId="2189827394" sldId="258"/>
            <ac:cxnSpMk id="30" creationId="{6F368515-0061-CAD1-8A7F-5BFCE9C6380A}"/>
          </ac:cxnSpMkLst>
        </pc:cxnChg>
        <pc:cxnChg chg="add mod">
          <ac:chgData name="Godinho, Diogo Domingues" userId="68415512-f182-46f9-920b-5b7a9e17a769" providerId="ADAL" clId="{3AC82E66-AFDC-454C-BD64-2DD7F7172363}" dt="2025-10-26T20:05:01.647" v="625" actId="12788"/>
          <ac:cxnSpMkLst>
            <pc:docMk/>
            <pc:sldMk cId="2189827394" sldId="258"/>
            <ac:cxnSpMk id="37" creationId="{0E91C4AB-29C5-2206-A010-5B66F25D0ED4}"/>
          </ac:cxnSpMkLst>
        </pc:cxnChg>
        <pc:cxnChg chg="mod">
          <ac:chgData name="Godinho, Diogo Domingues" userId="68415512-f182-46f9-920b-5b7a9e17a769" providerId="ADAL" clId="{3AC82E66-AFDC-454C-BD64-2DD7F7172363}" dt="2025-10-28T15:43:43.655" v="1007" actId="12788"/>
          <ac:cxnSpMkLst>
            <pc:docMk/>
            <pc:sldMk cId="2189827394" sldId="258"/>
            <ac:cxnSpMk id="42" creationId="{4464E8EE-9827-1628-6CDA-7AC44F510226}"/>
          </ac:cxnSpMkLst>
        </pc:cxnChg>
        <pc:cxnChg chg="add mod">
          <ac:chgData name="Godinho, Diogo Domingues" userId="68415512-f182-46f9-920b-5b7a9e17a769" providerId="ADAL" clId="{3AC82E66-AFDC-454C-BD64-2DD7F7172363}" dt="2025-10-26T20:03:55.080" v="578" actId="1076"/>
          <ac:cxnSpMkLst>
            <pc:docMk/>
            <pc:sldMk cId="2189827394" sldId="258"/>
            <ac:cxnSpMk id="43" creationId="{37F014D2-4050-379A-AD11-EA1AB3A4F253}"/>
          </ac:cxnSpMkLst>
        </pc:cxnChg>
        <pc:cxnChg chg="add mod">
          <ac:chgData name="Godinho, Diogo Domingues" userId="68415512-f182-46f9-920b-5b7a9e17a769" providerId="ADAL" clId="{3AC82E66-AFDC-454C-BD64-2DD7F7172363}" dt="2025-10-26T19:37:25.010" v="360" actId="554"/>
          <ac:cxnSpMkLst>
            <pc:docMk/>
            <pc:sldMk cId="2189827394" sldId="258"/>
            <ac:cxnSpMk id="54" creationId="{A96A8124-F50E-7E6A-CCCD-D1378D2FC924}"/>
          </ac:cxnSpMkLst>
        </pc:cxnChg>
        <pc:cxnChg chg="add mod">
          <ac:chgData name="Godinho, Diogo Domingues" userId="68415512-f182-46f9-920b-5b7a9e17a769" providerId="ADAL" clId="{3AC82E66-AFDC-454C-BD64-2DD7F7172363}" dt="2025-10-26T19:37:40.199" v="365" actId="14100"/>
          <ac:cxnSpMkLst>
            <pc:docMk/>
            <pc:sldMk cId="2189827394" sldId="258"/>
            <ac:cxnSpMk id="60" creationId="{1B000E41-6364-DF7A-FBF7-1FA7308BB69A}"/>
          </ac:cxnSpMkLst>
        </pc:cxnChg>
        <pc:cxnChg chg="mod topLvl">
          <ac:chgData name="Godinho, Diogo Domingues" userId="68415512-f182-46f9-920b-5b7a9e17a769" providerId="ADAL" clId="{3AC82E66-AFDC-454C-BD64-2DD7F7172363}" dt="2025-10-26T19:40:11.386" v="424" actId="554"/>
          <ac:cxnSpMkLst>
            <pc:docMk/>
            <pc:sldMk cId="2189827394" sldId="258"/>
            <ac:cxnSpMk id="72" creationId="{AAA337E7-A89F-408C-8A85-6F919D7FC9A5}"/>
          </ac:cxnSpMkLst>
        </pc:cxnChg>
        <pc:cxnChg chg="add mod">
          <ac:chgData name="Godinho, Diogo Domingues" userId="68415512-f182-46f9-920b-5b7a9e17a769" providerId="ADAL" clId="{3AC82E66-AFDC-454C-BD64-2DD7F7172363}" dt="2025-10-26T20:06:39.382" v="755" actId="12788"/>
          <ac:cxnSpMkLst>
            <pc:docMk/>
            <pc:sldMk cId="2189827394" sldId="258"/>
            <ac:cxnSpMk id="79" creationId="{BCD93AB3-0C1B-E756-1897-4131DC5CCE6C}"/>
          </ac:cxnSpMkLst>
        </pc:cxnChg>
        <pc:cxnChg chg="add mod">
          <ac:chgData name="Godinho, Diogo Domingues" userId="68415512-f182-46f9-920b-5b7a9e17a769" providerId="ADAL" clId="{3AC82E66-AFDC-454C-BD64-2DD7F7172363}" dt="2025-10-26T19:40:58.356" v="470" actId="14100"/>
          <ac:cxnSpMkLst>
            <pc:docMk/>
            <pc:sldMk cId="2189827394" sldId="258"/>
            <ac:cxnSpMk id="82" creationId="{AC4E3331-F164-3825-2DFB-4BCF16BDE2C4}"/>
          </ac:cxnSpMkLst>
        </pc:cxnChg>
        <pc:cxnChg chg="add mod">
          <ac:chgData name="Godinho, Diogo Domingues" userId="68415512-f182-46f9-920b-5b7a9e17a769" providerId="ADAL" clId="{3AC82E66-AFDC-454C-BD64-2DD7F7172363}" dt="2025-10-26T19:42:12.871" v="523" actId="14100"/>
          <ac:cxnSpMkLst>
            <pc:docMk/>
            <pc:sldMk cId="2189827394" sldId="258"/>
            <ac:cxnSpMk id="85" creationId="{7BAE2E55-15FC-EEA6-223E-3A7FC589DF7D}"/>
          </ac:cxnSpMkLst>
        </pc:cxnChg>
        <pc:cxnChg chg="add mod">
          <ac:chgData name="Godinho, Diogo Domingues" userId="68415512-f182-46f9-920b-5b7a9e17a769" providerId="ADAL" clId="{3AC82E66-AFDC-454C-BD64-2DD7F7172363}" dt="2025-10-26T19:42:15.003" v="524" actId="14100"/>
          <ac:cxnSpMkLst>
            <pc:docMk/>
            <pc:sldMk cId="2189827394" sldId="258"/>
            <ac:cxnSpMk id="88" creationId="{EB2289AA-E542-9D11-5FF8-CF4D79B31E7E}"/>
          </ac:cxnSpMkLst>
        </pc:cxnChg>
      </pc:sldChg>
      <pc:sldChg chg="modSp add del mod">
        <pc:chgData name="Godinho, Diogo Domingues" userId="68415512-f182-46f9-920b-5b7a9e17a769" providerId="ADAL" clId="{3AC82E66-AFDC-454C-BD64-2DD7F7172363}" dt="2025-10-28T15:07:28.334" v="833" actId="47"/>
        <pc:sldMkLst>
          <pc:docMk/>
          <pc:sldMk cId="3812473457" sldId="259"/>
        </pc:sldMkLst>
      </pc:sldChg>
      <pc:sldChg chg="addSp delSp modSp add mod">
        <pc:chgData name="Godinho, Diogo Domingues" userId="68415512-f182-46f9-920b-5b7a9e17a769" providerId="ADAL" clId="{3AC82E66-AFDC-454C-BD64-2DD7F7172363}" dt="2025-10-26T19:16:41.075" v="135" actId="122"/>
        <pc:sldMkLst>
          <pc:docMk/>
          <pc:sldMk cId="2609992374" sldId="260"/>
        </pc:sldMkLst>
        <pc:spChg chg="mod">
          <ac:chgData name="Godinho, Diogo Domingues" userId="68415512-f182-46f9-920b-5b7a9e17a769" providerId="ADAL" clId="{3AC82E66-AFDC-454C-BD64-2DD7F7172363}" dt="2025-10-26T19:04:22.205" v="20" actId="20577"/>
          <ac:spMkLst>
            <pc:docMk/>
            <pc:sldMk cId="2609992374" sldId="260"/>
            <ac:spMk id="2" creationId="{7528AB85-767D-677B-2CB5-FC9201D47480}"/>
          </ac:spMkLst>
        </pc:spChg>
        <pc:graphicFrameChg chg="add mod modGraphic">
          <ac:chgData name="Godinho, Diogo Domingues" userId="68415512-f182-46f9-920b-5b7a9e17a769" providerId="ADAL" clId="{3AC82E66-AFDC-454C-BD64-2DD7F7172363}" dt="2025-10-26T19:16:41.075" v="135" actId="122"/>
          <ac:graphicFrameMkLst>
            <pc:docMk/>
            <pc:sldMk cId="2609992374" sldId="260"/>
            <ac:graphicFrameMk id="11" creationId="{D8455371-44BB-2DDF-A95F-4BC60E07E8AA}"/>
          </ac:graphicFrameMkLst>
        </pc:graphicFrameChg>
      </pc:sldChg>
      <pc:sldChg chg="addSp delSp modSp add del mod">
        <pc:chgData name="Godinho, Diogo Domingues" userId="68415512-f182-46f9-920b-5b7a9e17a769" providerId="ADAL" clId="{3AC82E66-AFDC-454C-BD64-2DD7F7172363}" dt="2025-10-28T15:46:48.961" v="1010" actId="47"/>
        <pc:sldMkLst>
          <pc:docMk/>
          <pc:sldMk cId="3380902603" sldId="261"/>
        </pc:sldMkLst>
      </pc:sldChg>
      <pc:sldChg chg="addSp delSp modSp add mod">
        <pc:chgData name="Godinho, Diogo Domingues" userId="68415512-f182-46f9-920b-5b7a9e17a769" providerId="ADAL" clId="{3AC82E66-AFDC-454C-BD64-2DD7F7172363}" dt="2025-10-28T15:57:58.974" v="1268" actId="20577"/>
        <pc:sldMkLst>
          <pc:docMk/>
          <pc:sldMk cId="2136945084" sldId="262"/>
        </pc:sldMkLst>
        <pc:spChg chg="mod">
          <ac:chgData name="Godinho, Diogo Domingues" userId="68415512-f182-46f9-920b-5b7a9e17a769" providerId="ADAL" clId="{3AC82E66-AFDC-454C-BD64-2DD7F7172363}" dt="2025-10-28T15:46:52.999" v="1012" actId="20577"/>
          <ac:spMkLst>
            <pc:docMk/>
            <pc:sldMk cId="2136945084" sldId="262"/>
            <ac:spMk id="2" creationId="{4CEAE3E7-9E4A-E93E-8274-9691665FB9F7}"/>
          </ac:spMkLst>
        </pc:spChg>
        <pc:spChg chg="mod topLvl">
          <ac:chgData name="Godinho, Diogo Domingues" userId="68415512-f182-46f9-920b-5b7a9e17a769" providerId="ADAL" clId="{3AC82E66-AFDC-454C-BD64-2DD7F7172363}" dt="2025-10-28T15:57:58.974" v="1268" actId="20577"/>
          <ac:spMkLst>
            <pc:docMk/>
            <pc:sldMk cId="2136945084" sldId="262"/>
            <ac:spMk id="3" creationId="{D4D26171-6F95-878B-940B-2DD9F6B56708}"/>
          </ac:spMkLst>
        </pc:spChg>
        <pc:spChg chg="mod topLvl">
          <ac:chgData name="Godinho, Diogo Domingues" userId="68415512-f182-46f9-920b-5b7a9e17a769" providerId="ADAL" clId="{3AC82E66-AFDC-454C-BD64-2DD7F7172363}" dt="2025-10-28T15:55:50.842" v="1221" actId="164"/>
          <ac:spMkLst>
            <pc:docMk/>
            <pc:sldMk cId="2136945084" sldId="262"/>
            <ac:spMk id="7" creationId="{BA622BBC-5CC8-7113-2477-89CA1C73A7AE}"/>
          </ac:spMkLst>
        </pc:spChg>
        <pc:spChg chg="add mod">
          <ac:chgData name="Godinho, Diogo Domingues" userId="68415512-f182-46f9-920b-5b7a9e17a769" providerId="ADAL" clId="{3AC82E66-AFDC-454C-BD64-2DD7F7172363}" dt="2025-10-28T15:56:59.311" v="1228" actId="20577"/>
          <ac:spMkLst>
            <pc:docMk/>
            <pc:sldMk cId="2136945084" sldId="262"/>
            <ac:spMk id="10" creationId="{A8733269-9BCD-01B3-7AD2-E5FD2B6C7380}"/>
          </ac:spMkLst>
        </pc:spChg>
        <pc:spChg chg="mod">
          <ac:chgData name="Godinho, Diogo Domingues" userId="68415512-f182-46f9-920b-5b7a9e17a769" providerId="ADAL" clId="{3AC82E66-AFDC-454C-BD64-2DD7F7172363}" dt="2025-10-28T15:47:01.684" v="1013" actId="165"/>
          <ac:spMkLst>
            <pc:docMk/>
            <pc:sldMk cId="2136945084" sldId="262"/>
            <ac:spMk id="14" creationId="{818242A5-6DB4-4D11-BED8-1BC1284876BB}"/>
          </ac:spMkLst>
        </pc:spChg>
        <pc:spChg chg="mod topLvl">
          <ac:chgData name="Godinho, Diogo Domingues" userId="68415512-f182-46f9-920b-5b7a9e17a769" providerId="ADAL" clId="{3AC82E66-AFDC-454C-BD64-2DD7F7172363}" dt="2025-10-28T15:47:01.684" v="1013" actId="165"/>
          <ac:spMkLst>
            <pc:docMk/>
            <pc:sldMk cId="2136945084" sldId="262"/>
            <ac:spMk id="16" creationId="{80F95952-FD0A-C875-3AE3-DFBDA7B2721B}"/>
          </ac:spMkLst>
        </pc:spChg>
        <pc:spChg chg="mod">
          <ac:chgData name="Godinho, Diogo Domingues" userId="68415512-f182-46f9-920b-5b7a9e17a769" providerId="ADAL" clId="{3AC82E66-AFDC-454C-BD64-2DD7F7172363}" dt="2025-10-28T15:57:02.497" v="1229" actId="20577"/>
          <ac:spMkLst>
            <pc:docMk/>
            <pc:sldMk cId="2136945084" sldId="262"/>
            <ac:spMk id="21" creationId="{9F364A82-C9EE-843E-0A40-7DDAF2920264}"/>
          </ac:spMkLst>
        </pc:spChg>
        <pc:spChg chg="add mod">
          <ac:chgData name="Godinho, Diogo Domingues" userId="68415512-f182-46f9-920b-5b7a9e17a769" providerId="ADAL" clId="{3AC82E66-AFDC-454C-BD64-2DD7F7172363}" dt="2025-10-28T15:56:50.843" v="1224" actId="20577"/>
          <ac:spMkLst>
            <pc:docMk/>
            <pc:sldMk cId="2136945084" sldId="262"/>
            <ac:spMk id="29" creationId="{1E7C062E-6025-185B-F891-7FB68CB94AFA}"/>
          </ac:spMkLst>
        </pc:spChg>
        <pc:spChg chg="mod topLvl">
          <ac:chgData name="Godinho, Diogo Domingues" userId="68415512-f182-46f9-920b-5b7a9e17a769" providerId="ADAL" clId="{3AC82E66-AFDC-454C-BD64-2DD7F7172363}" dt="2025-10-28T15:55:50.842" v="1221" actId="164"/>
          <ac:spMkLst>
            <pc:docMk/>
            <pc:sldMk cId="2136945084" sldId="262"/>
            <ac:spMk id="32" creationId="{C4986255-5549-1EBE-2A71-B50F94222F47}"/>
          </ac:spMkLst>
        </pc:spChg>
        <pc:spChg chg="mod topLvl">
          <ac:chgData name="Godinho, Diogo Domingues" userId="68415512-f182-46f9-920b-5b7a9e17a769" providerId="ADAL" clId="{3AC82E66-AFDC-454C-BD64-2DD7F7172363}" dt="2025-10-28T15:55:50.842" v="1221" actId="164"/>
          <ac:spMkLst>
            <pc:docMk/>
            <pc:sldMk cId="2136945084" sldId="262"/>
            <ac:spMk id="34" creationId="{4F1C84B6-2B1A-66F0-6ABA-58BB3E55ED1F}"/>
          </ac:spMkLst>
        </pc:spChg>
        <pc:spChg chg="add mod">
          <ac:chgData name="Godinho, Diogo Domingues" userId="68415512-f182-46f9-920b-5b7a9e17a769" providerId="ADAL" clId="{3AC82E66-AFDC-454C-BD64-2DD7F7172363}" dt="2025-10-28T15:55:50.842" v="1221" actId="164"/>
          <ac:spMkLst>
            <pc:docMk/>
            <pc:sldMk cId="2136945084" sldId="262"/>
            <ac:spMk id="45" creationId="{8591D780-2914-CF15-D202-1E09D81294BC}"/>
          </ac:spMkLst>
        </pc:spChg>
        <pc:spChg chg="mod topLvl">
          <ac:chgData name="Godinho, Diogo Domingues" userId="68415512-f182-46f9-920b-5b7a9e17a769" providerId="ADAL" clId="{3AC82E66-AFDC-454C-BD64-2DD7F7172363}" dt="2025-10-28T15:56:53.637" v="1225" actId="20577"/>
          <ac:spMkLst>
            <pc:docMk/>
            <pc:sldMk cId="2136945084" sldId="262"/>
            <ac:spMk id="51" creationId="{BC1FE443-1355-7891-DF8C-69AEDC742788}"/>
          </ac:spMkLst>
        </pc:spChg>
        <pc:spChg chg="mod topLvl">
          <ac:chgData name="Godinho, Diogo Domingues" userId="68415512-f182-46f9-920b-5b7a9e17a769" providerId="ADAL" clId="{3AC82E66-AFDC-454C-BD64-2DD7F7172363}" dt="2025-10-28T15:55:50.842" v="1221" actId="164"/>
          <ac:spMkLst>
            <pc:docMk/>
            <pc:sldMk cId="2136945084" sldId="262"/>
            <ac:spMk id="52" creationId="{22E1C66C-7D2C-C4CA-5171-2F829C03D66A}"/>
          </ac:spMkLst>
        </pc:spChg>
        <pc:spChg chg="mod topLvl">
          <ac:chgData name="Godinho, Diogo Domingues" userId="68415512-f182-46f9-920b-5b7a9e17a769" providerId="ADAL" clId="{3AC82E66-AFDC-454C-BD64-2DD7F7172363}" dt="2025-10-28T15:56:56.879" v="1227" actId="20577"/>
          <ac:spMkLst>
            <pc:docMk/>
            <pc:sldMk cId="2136945084" sldId="262"/>
            <ac:spMk id="58" creationId="{C1E3591B-9650-DECF-36D0-904C98DD15D8}"/>
          </ac:spMkLst>
        </pc:spChg>
        <pc:spChg chg="mod">
          <ac:chgData name="Godinho, Diogo Domingues" userId="68415512-f182-46f9-920b-5b7a9e17a769" providerId="ADAL" clId="{3AC82E66-AFDC-454C-BD64-2DD7F7172363}" dt="2025-10-28T15:53:07.344" v="1181" actId="12788"/>
          <ac:spMkLst>
            <pc:docMk/>
            <pc:sldMk cId="2136945084" sldId="262"/>
            <ac:spMk id="59" creationId="{4B9EEBB4-8C73-89D3-146E-3243DD3BEE47}"/>
          </ac:spMkLst>
        </pc:spChg>
        <pc:spChg chg="mod">
          <ac:chgData name="Godinho, Diogo Domingues" userId="68415512-f182-46f9-920b-5b7a9e17a769" providerId="ADAL" clId="{3AC82E66-AFDC-454C-BD64-2DD7F7172363}" dt="2025-10-28T15:55:33.406" v="1220" actId="1037"/>
          <ac:spMkLst>
            <pc:docMk/>
            <pc:sldMk cId="2136945084" sldId="262"/>
            <ac:spMk id="78" creationId="{593284B8-DB04-FE27-1B93-C0B3401E31D6}"/>
          </ac:spMkLst>
        </pc:spChg>
        <pc:spChg chg="mod">
          <ac:chgData name="Godinho, Diogo Domingues" userId="68415512-f182-46f9-920b-5b7a9e17a769" providerId="ADAL" clId="{3AC82E66-AFDC-454C-BD64-2DD7F7172363}" dt="2025-10-28T15:49:23.643" v="1034"/>
          <ac:spMkLst>
            <pc:docMk/>
            <pc:sldMk cId="2136945084" sldId="262"/>
            <ac:spMk id="95" creationId="{F52E0098-5B4B-87F6-AAAC-117E3561CDB7}"/>
          </ac:spMkLst>
        </pc:spChg>
        <pc:spChg chg="mod">
          <ac:chgData name="Godinho, Diogo Domingues" userId="68415512-f182-46f9-920b-5b7a9e17a769" providerId="ADAL" clId="{3AC82E66-AFDC-454C-BD64-2DD7F7172363}" dt="2025-10-28T15:50:02.255" v="1092" actId="1037"/>
          <ac:spMkLst>
            <pc:docMk/>
            <pc:sldMk cId="2136945084" sldId="262"/>
            <ac:spMk id="98" creationId="{ACC53DF2-6CC4-ECF2-1A31-5BA284F3E94C}"/>
          </ac:spMkLst>
        </pc:spChg>
        <pc:cxnChg chg="mod">
          <ac:chgData name="Godinho, Diogo Domingues" userId="68415512-f182-46f9-920b-5b7a9e17a769" providerId="ADAL" clId="{3AC82E66-AFDC-454C-BD64-2DD7F7172363}" dt="2025-10-28T15:48:38.655" v="1023" actId="553"/>
          <ac:cxnSpMkLst>
            <pc:docMk/>
            <pc:sldMk cId="2136945084" sldId="262"/>
            <ac:cxnSpMk id="9" creationId="{E1241372-6983-27CA-AF63-350F397D002A}"/>
          </ac:cxnSpMkLst>
        </pc:cxnChg>
        <pc:cxnChg chg="add mod">
          <ac:chgData name="Godinho, Diogo Domingues" userId="68415512-f182-46f9-920b-5b7a9e17a769" providerId="ADAL" clId="{3AC82E66-AFDC-454C-BD64-2DD7F7172363}" dt="2025-10-28T15:53:02.085" v="1180" actId="553"/>
          <ac:cxnSpMkLst>
            <pc:docMk/>
            <pc:sldMk cId="2136945084" sldId="262"/>
            <ac:cxnSpMk id="15" creationId="{C1739F38-9FDB-12BC-6217-F565B275FEF2}"/>
          </ac:cxnSpMkLst>
        </pc:cxnChg>
        <pc:cxnChg chg="mod">
          <ac:chgData name="Godinho, Diogo Domingues" userId="68415512-f182-46f9-920b-5b7a9e17a769" providerId="ADAL" clId="{3AC82E66-AFDC-454C-BD64-2DD7F7172363}" dt="2025-10-28T15:50:18.856" v="1094" actId="1076"/>
          <ac:cxnSpMkLst>
            <pc:docMk/>
            <pc:sldMk cId="2136945084" sldId="262"/>
            <ac:cxnSpMk id="30" creationId="{C5B0360C-BC38-21FF-BF1D-4A5DA81953E4}"/>
          </ac:cxnSpMkLst>
        </pc:cxnChg>
        <pc:cxnChg chg="add mod">
          <ac:chgData name="Godinho, Diogo Domingues" userId="68415512-f182-46f9-920b-5b7a9e17a769" providerId="ADAL" clId="{3AC82E66-AFDC-454C-BD64-2DD7F7172363}" dt="2025-10-28T15:51:31.222" v="1127" actId="33986"/>
          <ac:cxnSpMkLst>
            <pc:docMk/>
            <pc:sldMk cId="2136945084" sldId="262"/>
            <ac:cxnSpMk id="40" creationId="{3364A0EB-0B76-BFFE-C92F-A12BCE602D4D}"/>
          </ac:cxnSpMkLst>
        </pc:cxnChg>
        <pc:cxnChg chg="mod">
          <ac:chgData name="Godinho, Diogo Domingues" userId="68415512-f182-46f9-920b-5b7a9e17a769" providerId="ADAL" clId="{3AC82E66-AFDC-454C-BD64-2DD7F7172363}" dt="2025-10-28T15:53:07.344" v="1181" actId="12788"/>
          <ac:cxnSpMkLst>
            <pc:docMk/>
            <pc:sldMk cId="2136945084" sldId="262"/>
            <ac:cxnSpMk id="54" creationId="{91FF04D3-5C67-0D02-E676-EC7767D3EB5D}"/>
          </ac:cxnSpMkLst>
        </pc:cxnChg>
        <pc:cxnChg chg="mod">
          <ac:chgData name="Godinho, Diogo Domingues" userId="68415512-f182-46f9-920b-5b7a9e17a769" providerId="ADAL" clId="{3AC82E66-AFDC-454C-BD64-2DD7F7172363}" dt="2025-10-28T15:53:07.344" v="1181" actId="12788"/>
          <ac:cxnSpMkLst>
            <pc:docMk/>
            <pc:sldMk cId="2136945084" sldId="262"/>
            <ac:cxnSpMk id="60" creationId="{9B07F438-8547-7124-4390-C477E26F7F29}"/>
          </ac:cxnSpMkLst>
        </pc:cxnChg>
        <pc:cxnChg chg="mod">
          <ac:chgData name="Godinho, Diogo Domingues" userId="68415512-f182-46f9-920b-5b7a9e17a769" providerId="ADAL" clId="{3AC82E66-AFDC-454C-BD64-2DD7F7172363}" dt="2025-10-28T15:53:02.085" v="1180" actId="553"/>
          <ac:cxnSpMkLst>
            <pc:docMk/>
            <pc:sldMk cId="2136945084" sldId="262"/>
            <ac:cxnSpMk id="88" creationId="{294B1CF4-04F1-39EB-A435-17FB122EFF78}"/>
          </ac:cxnSpMkLst>
        </pc:cxnChg>
      </pc:sldChg>
      <pc:sldChg chg="addSp delSp modSp add mod">
        <pc:chgData name="Godinho, Diogo Domingues" userId="68415512-f182-46f9-920b-5b7a9e17a769" providerId="ADAL" clId="{3AC82E66-AFDC-454C-BD64-2DD7F7172363}" dt="2025-10-28T16:37:16.604" v="1665" actId="164"/>
        <pc:sldMkLst>
          <pc:docMk/>
          <pc:sldMk cId="3139894215" sldId="263"/>
        </pc:sldMkLst>
        <pc:spChg chg="mod">
          <ac:chgData name="Godinho, Diogo Domingues" userId="68415512-f182-46f9-920b-5b7a9e17a769" providerId="ADAL" clId="{3AC82E66-AFDC-454C-BD64-2DD7F7172363}" dt="2025-10-28T16:14:18.028" v="1281" actId="20577"/>
          <ac:spMkLst>
            <pc:docMk/>
            <pc:sldMk cId="3139894215" sldId="263"/>
            <ac:spMk id="2" creationId="{BAF0A6B6-6945-337D-2F68-5139A1E5C30B}"/>
          </ac:spMkLst>
        </pc:spChg>
        <pc:spChg chg="mod ord topLvl">
          <ac:chgData name="Godinho, Diogo Domingues" userId="68415512-f182-46f9-920b-5b7a9e17a769" providerId="ADAL" clId="{3AC82E66-AFDC-454C-BD64-2DD7F7172363}" dt="2025-10-28T16:37:16.604" v="1665" actId="164"/>
          <ac:spMkLst>
            <pc:docMk/>
            <pc:sldMk cId="3139894215" sldId="263"/>
            <ac:spMk id="10" creationId="{9D34CE02-BA2B-CE1D-9C5C-70AA8A39080C}"/>
          </ac:spMkLst>
        </pc:spChg>
        <pc:spChg chg="mod topLvl">
          <ac:chgData name="Godinho, Diogo Domingues" userId="68415512-f182-46f9-920b-5b7a9e17a769" providerId="ADAL" clId="{3AC82E66-AFDC-454C-BD64-2DD7F7172363}" dt="2025-10-28T16:24:44.094" v="1375" actId="207"/>
          <ac:spMkLst>
            <pc:docMk/>
            <pc:sldMk cId="3139894215" sldId="263"/>
            <ac:spMk id="22" creationId="{36AB9A8E-227F-BE33-001D-4A77071454A3}"/>
          </ac:spMkLst>
        </pc:spChg>
        <pc:spChg chg="mod topLvl">
          <ac:chgData name="Godinho, Diogo Domingues" userId="68415512-f182-46f9-920b-5b7a9e17a769" providerId="ADAL" clId="{3AC82E66-AFDC-454C-BD64-2DD7F7172363}" dt="2025-10-28T16:37:16.604" v="1665" actId="164"/>
          <ac:spMkLst>
            <pc:docMk/>
            <pc:sldMk cId="3139894215" sldId="263"/>
            <ac:spMk id="24" creationId="{A0B8027D-EAD2-5438-1119-B4938639BE68}"/>
          </ac:spMkLst>
        </pc:spChg>
        <pc:spChg chg="mod topLvl">
          <ac:chgData name="Godinho, Diogo Domingues" userId="68415512-f182-46f9-920b-5b7a9e17a769" providerId="ADAL" clId="{3AC82E66-AFDC-454C-BD64-2DD7F7172363}" dt="2025-10-28T16:37:16.604" v="1665" actId="164"/>
          <ac:spMkLst>
            <pc:docMk/>
            <pc:sldMk cId="3139894215" sldId="263"/>
            <ac:spMk id="29" creationId="{3D28E5D3-FB79-169B-505C-943A11D9E3EE}"/>
          </ac:spMkLst>
        </pc:spChg>
        <pc:spChg chg="mod topLvl">
          <ac:chgData name="Godinho, Diogo Domingues" userId="68415512-f182-46f9-920b-5b7a9e17a769" providerId="ADAL" clId="{3AC82E66-AFDC-454C-BD64-2DD7F7172363}" dt="2025-10-28T16:37:16.604" v="1665" actId="164"/>
          <ac:spMkLst>
            <pc:docMk/>
            <pc:sldMk cId="3139894215" sldId="263"/>
            <ac:spMk id="30" creationId="{852C6105-7A27-149B-6632-75C72328C1D3}"/>
          </ac:spMkLst>
        </pc:spChg>
        <pc:spChg chg="add mod">
          <ac:chgData name="Godinho, Diogo Domingues" userId="68415512-f182-46f9-920b-5b7a9e17a769" providerId="ADAL" clId="{3AC82E66-AFDC-454C-BD64-2DD7F7172363}" dt="2025-10-28T16:32:18.354" v="1514" actId="14861"/>
          <ac:spMkLst>
            <pc:docMk/>
            <pc:sldMk cId="3139894215" sldId="263"/>
            <ac:spMk id="41" creationId="{DF4BC421-8BD8-7B77-FD15-CAA58ABD365A}"/>
          </ac:spMkLst>
        </pc:spChg>
        <pc:spChg chg="add mod topLvl">
          <ac:chgData name="Godinho, Diogo Domingues" userId="68415512-f182-46f9-920b-5b7a9e17a769" providerId="ADAL" clId="{3AC82E66-AFDC-454C-BD64-2DD7F7172363}" dt="2025-10-28T16:37:16.604" v="1665" actId="164"/>
          <ac:spMkLst>
            <pc:docMk/>
            <pc:sldMk cId="3139894215" sldId="263"/>
            <ac:spMk id="47" creationId="{83EA0479-F1FC-BC47-ABC8-36E02CCB056D}"/>
          </ac:spMkLst>
        </pc:spChg>
        <pc:spChg chg="add mod topLvl">
          <ac:chgData name="Godinho, Diogo Domingues" userId="68415512-f182-46f9-920b-5b7a9e17a769" providerId="ADAL" clId="{3AC82E66-AFDC-454C-BD64-2DD7F7172363}" dt="2025-10-28T16:37:16.604" v="1665" actId="164"/>
          <ac:spMkLst>
            <pc:docMk/>
            <pc:sldMk cId="3139894215" sldId="263"/>
            <ac:spMk id="53" creationId="{FE762F06-5604-CD40-80C3-75428E8384D5}"/>
          </ac:spMkLst>
        </pc:spChg>
        <pc:spChg chg="add mod topLvl">
          <ac:chgData name="Godinho, Diogo Domingues" userId="68415512-f182-46f9-920b-5b7a9e17a769" providerId="ADAL" clId="{3AC82E66-AFDC-454C-BD64-2DD7F7172363}" dt="2025-10-28T16:37:16.604" v="1665" actId="164"/>
          <ac:spMkLst>
            <pc:docMk/>
            <pc:sldMk cId="3139894215" sldId="263"/>
            <ac:spMk id="54" creationId="{21FB4E3A-254D-C528-4DC2-27E63D79D3C6}"/>
          </ac:spMkLst>
        </pc:spChg>
        <pc:spChg chg="add mod topLvl">
          <ac:chgData name="Godinho, Diogo Domingues" userId="68415512-f182-46f9-920b-5b7a9e17a769" providerId="ADAL" clId="{3AC82E66-AFDC-454C-BD64-2DD7F7172363}" dt="2025-10-28T16:37:16.604" v="1665" actId="164"/>
          <ac:spMkLst>
            <pc:docMk/>
            <pc:sldMk cId="3139894215" sldId="263"/>
            <ac:spMk id="57" creationId="{7D77B522-E60E-77F3-3F43-44BC3E171A0A}"/>
          </ac:spMkLst>
        </pc:spChg>
        <pc:spChg chg="add mod">
          <ac:chgData name="Godinho, Diogo Domingues" userId="68415512-f182-46f9-920b-5b7a9e17a769" providerId="ADAL" clId="{3AC82E66-AFDC-454C-BD64-2DD7F7172363}" dt="2025-10-28T16:27:53.611" v="1454" actId="108"/>
          <ac:spMkLst>
            <pc:docMk/>
            <pc:sldMk cId="3139894215" sldId="263"/>
            <ac:spMk id="58" creationId="{13D5CA7B-4A2B-C81C-145D-DE1CFF34DE3F}"/>
          </ac:spMkLst>
        </pc:spChg>
        <pc:spChg chg="add mod topLvl">
          <ac:chgData name="Godinho, Diogo Domingues" userId="68415512-f182-46f9-920b-5b7a9e17a769" providerId="ADAL" clId="{3AC82E66-AFDC-454C-BD64-2DD7F7172363}" dt="2025-10-28T16:30:19.081" v="1513" actId="165"/>
          <ac:spMkLst>
            <pc:docMk/>
            <pc:sldMk cId="3139894215" sldId="263"/>
            <ac:spMk id="59" creationId="{E2BA72FC-E241-66A3-36B3-ACD9E8CCC8E4}"/>
          </ac:spMkLst>
        </pc:spChg>
        <pc:spChg chg="add mod ord topLvl">
          <ac:chgData name="Godinho, Diogo Domingues" userId="68415512-f182-46f9-920b-5b7a9e17a769" providerId="ADAL" clId="{3AC82E66-AFDC-454C-BD64-2DD7F7172363}" dt="2025-10-28T16:37:16.604" v="1665" actId="164"/>
          <ac:spMkLst>
            <pc:docMk/>
            <pc:sldMk cId="3139894215" sldId="263"/>
            <ac:spMk id="63" creationId="{C876FDBE-8C93-9056-341A-0C44AF268776}"/>
          </ac:spMkLst>
        </pc:spChg>
        <pc:spChg chg="add mod">
          <ac:chgData name="Godinho, Diogo Domingues" userId="68415512-f182-46f9-920b-5b7a9e17a769" providerId="ADAL" clId="{3AC82E66-AFDC-454C-BD64-2DD7F7172363}" dt="2025-10-28T16:35:02.719" v="1587" actId="1038"/>
          <ac:spMkLst>
            <pc:docMk/>
            <pc:sldMk cId="3139894215" sldId="263"/>
            <ac:spMk id="67" creationId="{89CCEB77-72CD-4B02-338B-5991796751A6}"/>
          </ac:spMkLst>
        </pc:spChg>
        <pc:spChg chg="add mod">
          <ac:chgData name="Godinho, Diogo Domingues" userId="68415512-f182-46f9-920b-5b7a9e17a769" providerId="ADAL" clId="{3AC82E66-AFDC-454C-BD64-2DD7F7172363}" dt="2025-10-28T16:37:16.604" v="1665" actId="164"/>
          <ac:spMkLst>
            <pc:docMk/>
            <pc:sldMk cId="3139894215" sldId="263"/>
            <ac:spMk id="68" creationId="{53019873-CE1D-B5EF-968A-F1AFBEEE9AA3}"/>
          </ac:spMkLst>
        </pc:spChg>
        <pc:spChg chg="add mod">
          <ac:chgData name="Godinho, Diogo Domingues" userId="68415512-f182-46f9-920b-5b7a9e17a769" providerId="ADAL" clId="{3AC82E66-AFDC-454C-BD64-2DD7F7172363}" dt="2025-10-28T16:36:25.368" v="1655" actId="1036"/>
          <ac:spMkLst>
            <pc:docMk/>
            <pc:sldMk cId="3139894215" sldId="263"/>
            <ac:spMk id="69" creationId="{F58E0182-6A22-8525-3172-37DF33507F22}"/>
          </ac:spMkLst>
        </pc:spChg>
        <pc:picChg chg="add mod">
          <ac:chgData name="Godinho, Diogo Domingues" userId="68415512-f182-46f9-920b-5b7a9e17a769" providerId="ADAL" clId="{3AC82E66-AFDC-454C-BD64-2DD7F7172363}" dt="2025-10-28T16:35:02.719" v="1587" actId="1038"/>
          <ac:picMkLst>
            <pc:docMk/>
            <pc:sldMk cId="3139894215" sldId="263"/>
            <ac:picMk id="66" creationId="{C55FD92C-A097-B8F5-24C8-4D671169FCC5}"/>
          </ac:picMkLst>
        </pc:picChg>
        <pc:cxnChg chg="mod topLvl">
          <ac:chgData name="Godinho, Diogo Domingues" userId="68415512-f182-46f9-920b-5b7a9e17a769" providerId="ADAL" clId="{3AC82E66-AFDC-454C-BD64-2DD7F7172363}" dt="2025-10-28T16:23:35.933" v="1358" actId="408"/>
          <ac:cxnSpMkLst>
            <pc:docMk/>
            <pc:sldMk cId="3139894215" sldId="263"/>
            <ac:cxnSpMk id="8" creationId="{BC2255FD-F920-0886-1A7B-F58FFFB1F73B}"/>
          </ac:cxnSpMkLst>
        </pc:cxnChg>
        <pc:cxnChg chg="mod topLvl">
          <ac:chgData name="Godinho, Diogo Domingues" userId="68415512-f182-46f9-920b-5b7a9e17a769" providerId="ADAL" clId="{3AC82E66-AFDC-454C-BD64-2DD7F7172363}" dt="2025-10-28T16:35:35.752" v="1598" actId="12789"/>
          <ac:cxnSpMkLst>
            <pc:docMk/>
            <pc:sldMk cId="3139894215" sldId="263"/>
            <ac:cxnSpMk id="15" creationId="{4351809E-CEF5-FA06-82FD-FF27DF6977CD}"/>
          </ac:cxnSpMkLst>
        </pc:cxnChg>
        <pc:cxnChg chg="mod topLvl">
          <ac:chgData name="Godinho, Diogo Domingues" userId="68415512-f182-46f9-920b-5b7a9e17a769" providerId="ADAL" clId="{3AC82E66-AFDC-454C-BD64-2DD7F7172363}" dt="2025-10-28T16:37:13.786" v="1664" actId="12788"/>
          <ac:cxnSpMkLst>
            <pc:docMk/>
            <pc:sldMk cId="3139894215" sldId="263"/>
            <ac:cxnSpMk id="17" creationId="{9E5818AD-F920-BAA6-16DB-2692797BA629}"/>
          </ac:cxnSpMkLst>
        </pc:cxnChg>
        <pc:cxnChg chg="mod topLvl">
          <ac:chgData name="Godinho, Diogo Domingues" userId="68415512-f182-46f9-920b-5b7a9e17a769" providerId="ADAL" clId="{3AC82E66-AFDC-454C-BD64-2DD7F7172363}" dt="2025-10-28T16:23:35.933" v="1358" actId="408"/>
          <ac:cxnSpMkLst>
            <pc:docMk/>
            <pc:sldMk cId="3139894215" sldId="263"/>
            <ac:cxnSpMk id="28" creationId="{94B62FBC-95EC-774B-6907-8DF11EDF372D}"/>
          </ac:cxnSpMkLst>
        </pc:cxnChg>
        <pc:cxnChg chg="add mod">
          <ac:chgData name="Godinho, Diogo Domingues" userId="68415512-f182-46f9-920b-5b7a9e17a769" providerId="ADAL" clId="{3AC82E66-AFDC-454C-BD64-2DD7F7172363}" dt="2025-10-28T16:29:58.527" v="1508" actId="208"/>
          <ac:cxnSpMkLst>
            <pc:docMk/>
            <pc:sldMk cId="3139894215" sldId="263"/>
            <ac:cxnSpMk id="43" creationId="{07717C69-6A40-B665-D88D-BBE28C828DD5}"/>
          </ac:cxnSpMkLst>
        </pc:cxnChg>
        <pc:cxnChg chg="add mod">
          <ac:chgData name="Godinho, Diogo Domingues" userId="68415512-f182-46f9-920b-5b7a9e17a769" providerId="ADAL" clId="{3AC82E66-AFDC-454C-BD64-2DD7F7172363}" dt="2025-10-28T16:30:00.325" v="1509" actId="208"/>
          <ac:cxnSpMkLst>
            <pc:docMk/>
            <pc:sldMk cId="3139894215" sldId="263"/>
            <ac:cxnSpMk id="44" creationId="{08BCEDC9-156F-759F-A70B-0CF28E1935F1}"/>
          </ac:cxnSpMkLst>
        </pc:cxnChg>
        <pc:cxnChg chg="add mod">
          <ac:chgData name="Godinho, Diogo Domingues" userId="68415512-f182-46f9-920b-5b7a9e17a769" providerId="ADAL" clId="{3AC82E66-AFDC-454C-BD64-2DD7F7172363}" dt="2025-10-28T16:35:12.619" v="1595" actId="14100"/>
          <ac:cxnSpMkLst>
            <pc:docMk/>
            <pc:sldMk cId="3139894215" sldId="263"/>
            <ac:cxnSpMk id="49" creationId="{701E67E7-4540-A345-0282-B082D3EB1ECA}"/>
          </ac:cxnSpMkLst>
        </pc:cxnChg>
        <pc:cxnChg chg="add mod">
          <ac:chgData name="Godinho, Diogo Domingues" userId="68415512-f182-46f9-920b-5b7a9e17a769" providerId="ADAL" clId="{3AC82E66-AFDC-454C-BD64-2DD7F7172363}" dt="2025-10-28T16:35:12.619" v="1595" actId="14100"/>
          <ac:cxnSpMkLst>
            <pc:docMk/>
            <pc:sldMk cId="3139894215" sldId="263"/>
            <ac:cxnSpMk id="50" creationId="{3D6E7CA8-8501-6FF7-22AF-5CCC2807E91D}"/>
          </ac:cxnSpMkLst>
        </pc:cxnChg>
        <pc:cxnChg chg="add mod">
          <ac:chgData name="Godinho, Diogo Domingues" userId="68415512-f182-46f9-920b-5b7a9e17a769" providerId="ADAL" clId="{3AC82E66-AFDC-454C-BD64-2DD7F7172363}" dt="2025-10-28T16:27:29.558" v="1447" actId="12789"/>
          <ac:cxnSpMkLst>
            <pc:docMk/>
            <pc:sldMk cId="3139894215" sldId="263"/>
            <ac:cxnSpMk id="55" creationId="{16278014-3D8A-B671-1D5E-21A0E95BD030}"/>
          </ac:cxnSpMkLst>
        </pc:cxnChg>
        <pc:cxnChg chg="add mod">
          <ac:chgData name="Godinho, Diogo Domingues" userId="68415512-f182-46f9-920b-5b7a9e17a769" providerId="ADAL" clId="{3AC82E66-AFDC-454C-BD64-2DD7F7172363}" dt="2025-10-28T16:27:32.473" v="1448" actId="14100"/>
          <ac:cxnSpMkLst>
            <pc:docMk/>
            <pc:sldMk cId="3139894215" sldId="263"/>
            <ac:cxnSpMk id="56" creationId="{5B7E65C3-687C-B349-8086-9614C5E6FFB9}"/>
          </ac:cxnSpMkLst>
        </pc:cxnChg>
        <pc:cxnChg chg="add mod">
          <ac:chgData name="Godinho, Diogo Domingues" userId="68415512-f182-46f9-920b-5b7a9e17a769" providerId="ADAL" clId="{3AC82E66-AFDC-454C-BD64-2DD7F7172363}" dt="2025-10-28T16:27:29.558" v="1447" actId="12789"/>
          <ac:cxnSpMkLst>
            <pc:docMk/>
            <pc:sldMk cId="3139894215" sldId="263"/>
            <ac:cxnSpMk id="60" creationId="{982E0688-0000-77F0-9AA2-8044D69460FD}"/>
          </ac:cxnSpMkLst>
        </pc:cxnChg>
        <pc:cxnChg chg="add mod">
          <ac:chgData name="Godinho, Diogo Domingues" userId="68415512-f182-46f9-920b-5b7a9e17a769" providerId="ADAL" clId="{3AC82E66-AFDC-454C-BD64-2DD7F7172363}" dt="2025-10-28T16:27:29.558" v="1447" actId="12789"/>
          <ac:cxnSpMkLst>
            <pc:docMk/>
            <pc:sldMk cId="3139894215" sldId="263"/>
            <ac:cxnSpMk id="61" creationId="{79DD19B3-AB09-7C34-8FCB-19AD45218C08}"/>
          </ac:cxnSpMkLst>
        </pc:cxnChg>
      </pc:sldChg>
      <pc:sldChg chg="addSp delSp modSp new mod">
        <pc:chgData name="Godinho, Diogo Domingues" userId="68415512-f182-46f9-920b-5b7a9e17a769" providerId="ADAL" clId="{3AC82E66-AFDC-454C-BD64-2DD7F7172363}" dt="2025-11-04T17:15:07.566" v="1791" actId="1076"/>
        <pc:sldMkLst>
          <pc:docMk/>
          <pc:sldMk cId="943723930" sldId="264"/>
        </pc:sldMkLst>
        <pc:spChg chg="add mod">
          <ac:chgData name="Godinho, Diogo Domingues" userId="68415512-f182-46f9-920b-5b7a9e17a769" providerId="ADAL" clId="{3AC82E66-AFDC-454C-BD64-2DD7F7172363}" dt="2025-11-04T17:15:04.434" v="1790" actId="14100"/>
          <ac:spMkLst>
            <pc:docMk/>
            <pc:sldMk cId="943723930" sldId="264"/>
            <ac:spMk id="5" creationId="{3934CA4D-F50F-ADA9-D257-0856C69F2C34}"/>
          </ac:spMkLst>
        </pc:spChg>
        <pc:graphicFrameChg chg="add mod modGraphic">
          <ac:chgData name="Godinho, Diogo Domingues" userId="68415512-f182-46f9-920b-5b7a9e17a769" providerId="ADAL" clId="{3AC82E66-AFDC-454C-BD64-2DD7F7172363}" dt="2025-11-04T17:15:07.566" v="1791" actId="1076"/>
          <ac:graphicFrameMkLst>
            <pc:docMk/>
            <pc:sldMk cId="943723930" sldId="264"/>
            <ac:graphicFrameMk id="4" creationId="{427121E4-CC57-8FA1-2455-215C6D0DE45C}"/>
          </ac:graphicFrameMkLst>
        </pc:graphicFrameChg>
      </pc:sldChg>
      <pc:sldChg chg="addSp delSp modSp add mod">
        <pc:chgData name="Godinho, Diogo Domingues" userId="68415512-f182-46f9-920b-5b7a9e17a769" providerId="ADAL" clId="{3AC82E66-AFDC-454C-BD64-2DD7F7172363}" dt="2025-11-04T17:23:54.257" v="1876" actId="2165"/>
        <pc:sldMkLst>
          <pc:docMk/>
          <pc:sldMk cId="793461058" sldId="265"/>
        </pc:sldMkLst>
        <pc:spChg chg="mod">
          <ac:chgData name="Godinho, Diogo Domingues" userId="68415512-f182-46f9-920b-5b7a9e17a769" providerId="ADAL" clId="{3AC82E66-AFDC-454C-BD64-2DD7F7172363}" dt="2025-11-04T17:15:39.214" v="1821" actId="14100"/>
          <ac:spMkLst>
            <pc:docMk/>
            <pc:sldMk cId="793461058" sldId="265"/>
            <ac:spMk id="5" creationId="{30312F9D-8686-7074-B89C-EF4D1482EDDB}"/>
          </ac:spMkLst>
        </pc:spChg>
        <pc:graphicFrameChg chg="add del mod modGraphic">
          <ac:chgData name="Godinho, Diogo Domingues" userId="68415512-f182-46f9-920b-5b7a9e17a769" providerId="ADAL" clId="{3AC82E66-AFDC-454C-BD64-2DD7F7172363}" dt="2025-11-04T17:23:54.257" v="1876" actId="2165"/>
          <ac:graphicFrameMkLst>
            <pc:docMk/>
            <pc:sldMk cId="793461058" sldId="265"/>
            <ac:graphicFrameMk id="4" creationId="{B4E470C2-DA91-87F4-C264-6F72EDA05005}"/>
          </ac:graphicFrameMkLst>
        </pc:graphicFrameChg>
      </pc:sldChg>
      <pc:sldChg chg="addSp delSp modSp add mod">
        <pc:chgData name="Godinho, Diogo Domingues" userId="68415512-f182-46f9-920b-5b7a9e17a769" providerId="ADAL" clId="{3AC82E66-AFDC-454C-BD64-2DD7F7172363}" dt="2025-11-04T17:23:40.478" v="1873" actId="478"/>
        <pc:sldMkLst>
          <pc:docMk/>
          <pc:sldMk cId="2412804331" sldId="266"/>
        </pc:sldMkLst>
        <pc:spChg chg="mod">
          <ac:chgData name="Godinho, Diogo Domingues" userId="68415512-f182-46f9-920b-5b7a9e17a769" providerId="ADAL" clId="{3AC82E66-AFDC-454C-BD64-2DD7F7172363}" dt="2025-11-04T17:22:07.525" v="1866" actId="14100"/>
          <ac:spMkLst>
            <pc:docMk/>
            <pc:sldMk cId="2412804331" sldId="266"/>
            <ac:spMk id="5" creationId="{5562B004-8E8E-F430-5258-DBE362FA407B}"/>
          </ac:spMkLst>
        </pc:spChg>
        <pc:graphicFrameChg chg="mod modGraphic">
          <ac:chgData name="Godinho, Diogo Domingues" userId="68415512-f182-46f9-920b-5b7a9e17a769" providerId="ADAL" clId="{3AC82E66-AFDC-454C-BD64-2DD7F7172363}" dt="2025-11-04T17:23:34.369" v="1872" actId="2165"/>
          <ac:graphicFrameMkLst>
            <pc:docMk/>
            <pc:sldMk cId="2412804331" sldId="266"/>
            <ac:graphicFrameMk id="4" creationId="{DB5BC414-1145-8319-33A6-E3C798B4B02D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4FE7-DD84-CE9A-8C90-FDAA6E3C7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C19B0-9535-3605-64B5-0782698FA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D016E-2CC5-69D8-17E1-98C2EBE7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A5DB7-B28D-48F3-A788-2272FCD71B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D1666-A255-49F4-A0D5-5208DCA09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70718-3692-75FE-6A4C-284E6D18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8177-4296-448D-B309-12BAEEC7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68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042B9-ABE1-ABF7-143A-48038814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1FDCA-0986-21C8-FF79-DF49BD416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5A43C-129A-257E-45D5-821D4B8FA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A5DB7-B28D-48F3-A788-2272FCD71B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55560-E9D1-1D9D-F83E-A458222F2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C5678-FFCA-CB8E-8C7C-E273A637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8177-4296-448D-B309-12BAEEC7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0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0C00D-0D3E-A4A3-5A83-CF5A6AAB6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58033-D43A-7DFA-5ACB-2B33BE2AF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C359F-8F6D-A795-55E5-981624CF2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A5DB7-B28D-48F3-A788-2272FCD71B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F4E81-15E9-0BB5-AC1F-7AEADC7E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82B3D-23C9-3F44-0839-BE1371B5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8177-4296-448D-B309-12BAEEC7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6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15E50-1C96-48F1-E742-177F82AED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5C0A0-A698-5A29-E625-AE3E6B9DF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F0FFA-E343-B843-8DFB-A87D9BAA5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D7D7-A931-DAF0-4DA2-78E04A86C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A5DB7-B28D-48F3-A788-2272FCD71B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40047-E8DF-ECBD-55E9-B11C8E21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0CBD1-9EC1-CDB9-051D-A5EE5241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8177-4296-448D-B309-12BAEEC7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41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B4972-1886-401E-98DB-B37A0A1B9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AEB44-266A-1BF3-3016-CD4EE5251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C5887-72EA-78CB-7B13-A3D21561B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53CDB-897A-D2E5-086D-5FEE4B4EB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D32E01-B0E4-3CFF-2883-C23904A0BC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88080-7572-767F-1AEF-C8DD94A8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A5DB7-B28D-48F3-A788-2272FCD71B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2E4F03-E384-A91D-5A79-1DDBF73F2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F6FBA5-F5D0-15D3-E675-A8BB7CDCC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8177-4296-448D-B309-12BAEEC7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1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ADCA-F515-9AA1-0679-99DF164D1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55948-7CD8-DFA9-0E7C-32782D303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A5DB7-B28D-48F3-A788-2272FCD71B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A6DD6-57CA-AF60-4100-4266675D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A906-A48F-B9C0-6472-8FCB109A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8177-4296-448D-B309-12BAEEC7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71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EF0B91-F828-6298-A62E-A3DF09A4B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A5DB7-B28D-48F3-A788-2272FCD71B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41C40-0E7B-41A4-F225-2E78ED6F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30EF1-8AA6-F01E-883F-9380E9AFC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8177-4296-448D-B309-12BAEEC7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28FF-9360-BBBC-1590-58952ED6B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E8CD8-6A9F-EDD4-8615-D247010D9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641B5-5BB0-7FC2-7CC6-74648DAA0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C2E71-3AA2-3C09-DCE9-3708A08C9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A5DB7-B28D-48F3-A788-2272FCD71B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23E88-ECF1-C81C-D421-18B31420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7CE09-4312-19E2-A207-030738B9C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8177-4296-448D-B309-12BAEEC7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24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306A1-ED6C-6D52-4E5D-08252B585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2FCD3F-FF56-9217-669D-0F6A1F20A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F3A6E-BB48-5FAC-FBCB-9C42F0C4B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70B6F-2020-1B9C-B623-862272940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A5DB7-B28D-48F3-A788-2272FCD71B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AAFA4-1644-67BD-2438-EC09A45F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3FD37-3768-C564-57DE-F3AD6BC0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8177-4296-448D-B309-12BAEEC7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9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E8BD2-F7AA-59E6-1244-5E348F1C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07E81-B228-6250-2C8D-B46F5F7A2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84A3F-8482-52BE-D2C5-1D779C0E0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A5DB7-B28D-48F3-A788-2272FCD71B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90914-1A47-F5F5-BD5A-A3EC17B87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2BAF4-87CA-01A2-9CC7-61D224A7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8177-4296-448D-B309-12BAEEC7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5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01DC25-FADB-30EA-1C71-EE45A0F04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81372-5EF8-1573-1CD6-EBDA83254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27127-3A22-761A-9C96-1EE91AC2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A5DB7-B28D-48F3-A788-2272FCD71B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D164E-9B34-777C-1571-CC8FA2D4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50A45-4383-2C52-7CD7-924CEDCA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8177-4296-448D-B309-12BAEEC7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65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431BB-0538-189E-835B-29D0B7F3B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B9775-FD77-5A72-42B6-9B66E35CE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58D73-F773-E18F-AAB1-71E21277E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A5DB7-B28D-48F3-A788-2272FCD71B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3E1F5-81E7-2E42-8401-60D558438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5557A-0AC6-2A4E-58F7-BCA93C6DC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18177-4296-448D-B309-12BAEEC7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86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>
            <a:extLst>
              <a:ext uri="{FF2B5EF4-FFF2-40B4-BE49-F238E27FC236}">
                <a16:creationId xmlns:a16="http://schemas.microsoft.com/office/drawing/2014/main" id="{9606C2E1-56A6-AA4C-03A3-576567C1AE16}"/>
              </a:ext>
            </a:extLst>
          </p:cNvPr>
          <p:cNvSpPr txBox="1"/>
          <p:nvPr/>
        </p:nvSpPr>
        <p:spPr>
          <a:xfrm>
            <a:off x="433629" y="409433"/>
            <a:ext cx="148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AI Agent</a:t>
            </a:r>
            <a:endParaRPr lang="en-US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8FAE13-B78C-CCDC-587B-F7B56022F0AE}"/>
              </a:ext>
            </a:extLst>
          </p:cNvPr>
          <p:cNvGrpSpPr/>
          <p:nvPr/>
        </p:nvGrpSpPr>
        <p:grpSpPr>
          <a:xfrm>
            <a:off x="979539" y="1811039"/>
            <a:ext cx="5746461" cy="2661020"/>
            <a:chOff x="979539" y="1811039"/>
            <a:chExt cx="5746461" cy="266102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2079F6CD-A687-46AD-679C-285379E57358}"/>
                </a:ext>
              </a:extLst>
            </p:cNvPr>
            <p:cNvGrpSpPr/>
            <p:nvPr/>
          </p:nvGrpSpPr>
          <p:grpSpPr>
            <a:xfrm>
              <a:off x="3279414" y="2911516"/>
              <a:ext cx="564435" cy="564435"/>
              <a:chOff x="2593074" y="3146782"/>
              <a:chExt cx="564435" cy="564435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6D6F411-C6EA-FFC2-F570-D1D628FACA27}"/>
                  </a:ext>
                </a:extLst>
              </p:cNvPr>
              <p:cNvSpPr/>
              <p:nvPr/>
            </p:nvSpPr>
            <p:spPr>
              <a:xfrm>
                <a:off x="2593074" y="3146782"/>
                <a:ext cx="564435" cy="564435"/>
              </a:xfrm>
              <a:prstGeom prst="ellipse">
                <a:avLst/>
              </a:prstGeom>
              <a:solidFill>
                <a:schemeClr val="accent5">
                  <a:lumMod val="75000"/>
                  <a:alpha val="7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E2A08B74-EC54-82B2-3B3A-21B3704312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3798" y="3207506"/>
                <a:ext cx="442987" cy="442987"/>
              </a:xfrm>
              <a:prstGeom prst="rect">
                <a:avLst/>
              </a:prstGeom>
            </p:spPr>
          </p:pic>
        </p:grp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0B72D69-3F9D-B61A-F386-60966C0E5BBD}"/>
                </a:ext>
              </a:extLst>
            </p:cNvPr>
            <p:cNvSpPr/>
            <p:nvPr/>
          </p:nvSpPr>
          <p:spPr>
            <a:xfrm>
              <a:off x="1225280" y="3956494"/>
              <a:ext cx="180909" cy="18090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0BFB842-71AA-C0A7-13DF-F8DB356642C4}"/>
                </a:ext>
              </a:extLst>
            </p:cNvPr>
            <p:cNvSpPr txBox="1"/>
            <p:nvPr/>
          </p:nvSpPr>
          <p:spPr>
            <a:xfrm>
              <a:off x="979539" y="4195060"/>
              <a:ext cx="67239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i="1" dirty="0">
                  <a:solidFill>
                    <a:srgbClr val="313131"/>
                  </a:solidFill>
                  <a:latin typeface="+mj-lt"/>
                </a:rPr>
                <a:t>Schedulled Scenario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AF58D7F-812A-679A-1BFE-04F90343BCA8}"/>
                </a:ext>
              </a:extLst>
            </p:cNvPr>
            <p:cNvSpPr/>
            <p:nvPr/>
          </p:nvSpPr>
          <p:spPr>
            <a:xfrm>
              <a:off x="1225280" y="2250064"/>
              <a:ext cx="180909" cy="18090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43C9D67-E52D-E566-3359-6223407E4F99}"/>
                </a:ext>
              </a:extLst>
            </p:cNvPr>
            <p:cNvSpPr txBox="1"/>
            <p:nvPr/>
          </p:nvSpPr>
          <p:spPr>
            <a:xfrm>
              <a:off x="979539" y="2488630"/>
              <a:ext cx="67239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i="1" dirty="0">
                  <a:solidFill>
                    <a:srgbClr val="313131"/>
                  </a:solidFill>
                  <a:latin typeface="+mj-lt"/>
                </a:rPr>
                <a:t>Manually Triggered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B002F197-1580-9958-2686-C0ABACEC0138}"/>
                </a:ext>
              </a:extLst>
            </p:cNvPr>
            <p:cNvCxnSpPr>
              <a:cxnSpLocks/>
              <a:stCxn id="57" idx="6"/>
              <a:endCxn id="56" idx="3"/>
            </p:cNvCxnSpPr>
            <p:nvPr/>
          </p:nvCxnSpPr>
          <p:spPr>
            <a:xfrm flipV="1">
              <a:off x="1406189" y="3393291"/>
              <a:ext cx="1955885" cy="653658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6F2EF28-F547-FFB5-272D-C636A1038F8C}"/>
                </a:ext>
              </a:extLst>
            </p:cNvPr>
            <p:cNvCxnSpPr>
              <a:cxnSpLocks/>
              <a:stCxn id="59" idx="6"/>
              <a:endCxn id="56" idx="1"/>
            </p:cNvCxnSpPr>
            <p:nvPr/>
          </p:nvCxnSpPr>
          <p:spPr>
            <a:xfrm>
              <a:off x="1406189" y="2340519"/>
              <a:ext cx="1955885" cy="653657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CBC2E42-E288-1899-CAA9-DF4DA24C9727}"/>
                </a:ext>
              </a:extLst>
            </p:cNvPr>
            <p:cNvSpPr txBox="1"/>
            <p:nvPr/>
          </p:nvSpPr>
          <p:spPr>
            <a:xfrm rot="1163827">
              <a:off x="1658709" y="2532440"/>
              <a:ext cx="164486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i="1" dirty="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Voice or Message Command</a:t>
              </a:r>
            </a:p>
          </p:txBody>
        </p:sp>
        <p:pic>
          <p:nvPicPr>
            <p:cNvPr id="87" name="Picture 8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50A77EA-CBDC-EF31-5F17-7E43975F9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9310" y="2874308"/>
              <a:ext cx="268212" cy="268212"/>
            </a:xfrm>
            <a:prstGeom prst="rect">
              <a:avLst/>
            </a:prstGeom>
          </p:spPr>
        </p:pic>
        <p:pic>
          <p:nvPicPr>
            <p:cNvPr id="89" name="Picture 8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C80239D-A82A-BDD6-1071-F4CC6CBF0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8007" y="2711188"/>
              <a:ext cx="252000" cy="252000"/>
            </a:xfrm>
            <a:prstGeom prst="rect">
              <a:avLst/>
            </a:prstGeom>
          </p:spPr>
        </p:pic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07C10BC4-3AF8-1BBB-AC4D-9E0313A11DE8}"/>
                </a:ext>
              </a:extLst>
            </p:cNvPr>
            <p:cNvSpPr/>
            <p:nvPr/>
          </p:nvSpPr>
          <p:spPr>
            <a:xfrm>
              <a:off x="5466000" y="1962064"/>
              <a:ext cx="1260000" cy="576000"/>
            </a:xfrm>
            <a:prstGeom prst="roundRect">
              <a:avLst/>
            </a:prstGeom>
            <a:solidFill>
              <a:srgbClr val="BFD630"/>
            </a:solidFill>
            <a:ln w="9525">
              <a:solidFill>
                <a:srgbClr val="9EB32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chemeClr val="bg1"/>
                  </a:solidFill>
                  <a:latin typeface="+mj-lt"/>
                </a:rPr>
                <a:t>I. Workflow 1 – Weekly Report</a:t>
              </a: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6AD4BF91-1EE4-B586-44CC-640A94F4B267}"/>
                </a:ext>
              </a:extLst>
            </p:cNvPr>
            <p:cNvSpPr/>
            <p:nvPr/>
          </p:nvSpPr>
          <p:spPr>
            <a:xfrm>
              <a:off x="5466000" y="2905733"/>
              <a:ext cx="1260000" cy="576000"/>
            </a:xfrm>
            <a:prstGeom prst="roundRect">
              <a:avLst/>
            </a:prstGeom>
            <a:solidFill>
              <a:srgbClr val="BFD630"/>
            </a:solidFill>
            <a:ln w="9525">
              <a:solidFill>
                <a:srgbClr val="9EB32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chemeClr val="bg1"/>
                  </a:solidFill>
                </a:rPr>
                <a:t>II. Workflow 2 – Injury Alert</a:t>
              </a: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AA5AF808-EDFF-6EB0-A0C1-70428C589B96}"/>
                </a:ext>
              </a:extLst>
            </p:cNvPr>
            <p:cNvSpPr/>
            <p:nvPr/>
          </p:nvSpPr>
          <p:spPr>
            <a:xfrm>
              <a:off x="5466000" y="3849403"/>
              <a:ext cx="1260000" cy="576000"/>
            </a:xfrm>
            <a:prstGeom prst="roundRect">
              <a:avLst/>
            </a:prstGeom>
            <a:solidFill>
              <a:srgbClr val="BFD630"/>
            </a:solidFill>
            <a:ln w="9525">
              <a:solidFill>
                <a:srgbClr val="9EB32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chemeClr val="bg1"/>
                  </a:solidFill>
                </a:rPr>
                <a:t>III. Workflow 3 – Performance Assessment</a:t>
              </a: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E40C61CD-A7E8-6B54-4AC8-D330E5FC4629}"/>
                </a:ext>
              </a:extLst>
            </p:cNvPr>
            <p:cNvCxnSpPr>
              <a:cxnSpLocks/>
              <a:stCxn id="56" idx="6"/>
              <a:endCxn id="91" idx="1"/>
            </p:cNvCxnSpPr>
            <p:nvPr/>
          </p:nvCxnSpPr>
          <p:spPr>
            <a:xfrm flipV="1">
              <a:off x="3843849" y="3193733"/>
              <a:ext cx="1622151" cy="1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FEC62F61-1D0C-D125-2A7A-8EACFEB86172}"/>
                </a:ext>
              </a:extLst>
            </p:cNvPr>
            <p:cNvCxnSpPr>
              <a:cxnSpLocks/>
              <a:stCxn id="56" idx="6"/>
              <a:endCxn id="90" idx="1"/>
            </p:cNvCxnSpPr>
            <p:nvPr/>
          </p:nvCxnSpPr>
          <p:spPr>
            <a:xfrm flipV="1">
              <a:off x="3843849" y="2250064"/>
              <a:ext cx="1622151" cy="94367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8201BD22-2C82-516C-832F-39F65A4D9E58}"/>
                </a:ext>
              </a:extLst>
            </p:cNvPr>
            <p:cNvCxnSpPr>
              <a:cxnSpLocks/>
              <a:stCxn id="56" idx="6"/>
              <a:endCxn id="92" idx="1"/>
            </p:cNvCxnSpPr>
            <p:nvPr/>
          </p:nvCxnSpPr>
          <p:spPr>
            <a:xfrm>
              <a:off x="3843849" y="3193734"/>
              <a:ext cx="1622151" cy="94366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41A942F-E578-69FF-C727-EEC6ED357EF9}"/>
                </a:ext>
              </a:extLst>
            </p:cNvPr>
            <p:cNvSpPr txBox="1"/>
            <p:nvPr/>
          </p:nvSpPr>
          <p:spPr>
            <a:xfrm>
              <a:off x="5759805" y="1811039"/>
              <a:ext cx="672391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i="1" dirty="0">
                  <a:solidFill>
                    <a:srgbClr val="313131"/>
                  </a:solidFill>
                  <a:latin typeface="+mj-lt"/>
                </a:rPr>
                <a:t>Weekly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D3132B5-9617-BB76-8D4B-36EEEAF9001D}"/>
                </a:ext>
              </a:extLst>
            </p:cNvPr>
            <p:cNvSpPr txBox="1"/>
            <p:nvPr/>
          </p:nvSpPr>
          <p:spPr>
            <a:xfrm>
              <a:off x="5759805" y="2753103"/>
              <a:ext cx="672391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i="1" dirty="0">
                  <a:solidFill>
                    <a:srgbClr val="313131"/>
                  </a:solidFill>
                  <a:latin typeface="+mj-lt"/>
                </a:rPr>
                <a:t>Weekly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6484EF8-84D8-C496-62E7-35BFB6CFF20F}"/>
                </a:ext>
              </a:extLst>
            </p:cNvPr>
            <p:cNvSpPr txBox="1"/>
            <p:nvPr/>
          </p:nvSpPr>
          <p:spPr>
            <a:xfrm>
              <a:off x="5567535" y="3701786"/>
              <a:ext cx="1056931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i="1" dirty="0">
                  <a:solidFill>
                    <a:srgbClr val="313131"/>
                  </a:solidFill>
                  <a:latin typeface="+mj-lt"/>
                </a:rPr>
                <a:t>Yearly – End of Season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B046DE3-9A69-88E6-FA0E-ACDFD3244247}"/>
                </a:ext>
              </a:extLst>
            </p:cNvPr>
            <p:cNvSpPr txBox="1"/>
            <p:nvPr/>
          </p:nvSpPr>
          <p:spPr>
            <a:xfrm>
              <a:off x="2917263" y="3475951"/>
              <a:ext cx="12887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AI Agent</a:t>
              </a:r>
              <a:endParaRPr lang="en-US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2630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F8AA-4D7D-4C27-1FE9-9F89E3314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930C3F5-4C20-A537-E6F4-116D61DA2343}"/>
              </a:ext>
            </a:extLst>
          </p:cNvPr>
          <p:cNvGrpSpPr/>
          <p:nvPr/>
        </p:nvGrpSpPr>
        <p:grpSpPr>
          <a:xfrm>
            <a:off x="433628" y="2150534"/>
            <a:ext cx="11027974" cy="1061996"/>
            <a:chOff x="433628" y="2150534"/>
            <a:chExt cx="11027974" cy="106199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2E71EA1-83F0-DC17-2E32-FB15C0AF9B8F}"/>
                </a:ext>
              </a:extLst>
            </p:cNvPr>
            <p:cNvSpPr/>
            <p:nvPr/>
          </p:nvSpPr>
          <p:spPr>
            <a:xfrm>
              <a:off x="679369" y="2496181"/>
              <a:ext cx="180909" cy="18090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5AB32A6-4AC4-1E96-181F-4477D05E9F8F}"/>
                </a:ext>
              </a:extLst>
            </p:cNvPr>
            <p:cNvSpPr/>
            <p:nvPr/>
          </p:nvSpPr>
          <p:spPr>
            <a:xfrm>
              <a:off x="11281602" y="2496635"/>
              <a:ext cx="180000" cy="180000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9D1455A-C400-20AD-1353-E9183BC9A80E}"/>
                </a:ext>
              </a:extLst>
            </p:cNvPr>
            <p:cNvCxnSpPr>
              <a:cxnSpLocks/>
              <a:stCxn id="4" idx="6"/>
              <a:endCxn id="16" idx="1"/>
            </p:cNvCxnSpPr>
            <p:nvPr/>
          </p:nvCxnSpPr>
          <p:spPr>
            <a:xfrm flipV="1">
              <a:off x="860278" y="2586635"/>
              <a:ext cx="346051" cy="1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CD810C9-59CC-DD12-8066-3A7331FF87F8}"/>
                </a:ext>
              </a:extLst>
            </p:cNvPr>
            <p:cNvGrpSpPr/>
            <p:nvPr/>
          </p:nvGrpSpPr>
          <p:grpSpPr>
            <a:xfrm>
              <a:off x="2812380" y="2150534"/>
              <a:ext cx="3332018" cy="891822"/>
              <a:chOff x="3519055" y="2150534"/>
              <a:chExt cx="3332018" cy="891822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AC0581A7-4A53-1E5A-19D6-7849EFFC2E33}"/>
                  </a:ext>
                </a:extLst>
              </p:cNvPr>
              <p:cNvSpPr/>
              <p:nvPr/>
            </p:nvSpPr>
            <p:spPr>
              <a:xfrm>
                <a:off x="3519055" y="2150534"/>
                <a:ext cx="3332018" cy="89182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  <a:alpha val="6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3F0D526-5D09-A1EE-B0CB-630303DC512D}"/>
                  </a:ext>
                </a:extLst>
              </p:cNvPr>
              <p:cNvGrpSpPr/>
              <p:nvPr/>
            </p:nvGrpSpPr>
            <p:grpSpPr>
              <a:xfrm>
                <a:off x="3715120" y="2298635"/>
                <a:ext cx="2939889" cy="576000"/>
                <a:chOff x="3783248" y="2298635"/>
                <a:chExt cx="2939889" cy="576000"/>
              </a:xfrm>
            </p:grpSpPr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31FD0834-D96E-148A-0FFE-8412B218AA42}"/>
                    </a:ext>
                  </a:extLst>
                </p:cNvPr>
                <p:cNvSpPr/>
                <p:nvPr/>
              </p:nvSpPr>
              <p:spPr>
                <a:xfrm>
                  <a:off x="3783248" y="2298635"/>
                  <a:ext cx="1260000" cy="57600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rgbClr val="BFD630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18000" tIns="18000" rIns="18000" bIns="18000" rtlCol="0" anchor="ctr" anchorCtr="0"/>
                <a:lstStyle/>
                <a:p>
                  <a:pPr algn="ctr"/>
                  <a:r>
                    <a:rPr lang="pt-PT" sz="1100" b="1" i="1" dirty="0">
                      <a:solidFill>
                        <a:srgbClr val="5D666F"/>
                      </a:solidFill>
                      <a:latin typeface="+mj-lt"/>
                    </a:rPr>
                    <a:t>II. Fetch Data from Database</a:t>
                  </a:r>
                </a:p>
              </p:txBody>
            </p:sp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048C7E59-56D8-4950-06A8-318B3E97DCE7}"/>
                    </a:ext>
                  </a:extLst>
                </p:cNvPr>
                <p:cNvSpPr/>
                <p:nvPr/>
              </p:nvSpPr>
              <p:spPr>
                <a:xfrm>
                  <a:off x="5463137" y="2298635"/>
                  <a:ext cx="1260000" cy="57600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rgbClr val="BFD630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18000" tIns="18000" rIns="18000" bIns="18000" rtlCol="0" anchor="ctr" anchorCtr="0"/>
                <a:lstStyle/>
                <a:p>
                  <a:pPr algn="ctr"/>
                  <a:r>
                    <a:rPr lang="pt-PT" sz="1100" b="1" i="1" dirty="0">
                      <a:solidFill>
                        <a:srgbClr val="5D666F"/>
                      </a:solidFill>
                      <a:latin typeface="+mj-lt"/>
                    </a:rPr>
                    <a:t>III. Text Agregator</a:t>
                  </a:r>
                </a:p>
              </p:txBody>
            </p:sp>
          </p:grp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8465A40C-1A71-417C-94B2-F06DEA3A23E2}"/>
                  </a:ext>
                </a:extLst>
              </p:cNvPr>
              <p:cNvCxnSpPr>
                <a:cxnSpLocks/>
                <a:stCxn id="6" idx="3"/>
                <a:endCxn id="7" idx="1"/>
              </p:cNvCxnSpPr>
              <p:nvPr/>
            </p:nvCxnSpPr>
            <p:spPr>
              <a:xfrm>
                <a:off x="4975120" y="2586635"/>
                <a:ext cx="419889" cy="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30DFABF-4520-9C40-913C-EE972270D63E}"/>
                </a:ext>
              </a:extLst>
            </p:cNvPr>
            <p:cNvCxnSpPr>
              <a:cxnSpLocks/>
              <a:stCxn id="7" idx="3"/>
              <a:endCxn id="21" idx="1"/>
            </p:cNvCxnSpPr>
            <p:nvPr/>
          </p:nvCxnSpPr>
          <p:spPr>
            <a:xfrm>
              <a:off x="5948334" y="2586635"/>
              <a:ext cx="542115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B34CD3E-20D6-6CE8-0297-128F9ED39592}"/>
                </a:ext>
              </a:extLst>
            </p:cNvPr>
            <p:cNvSpPr/>
            <p:nvPr/>
          </p:nvSpPr>
          <p:spPr bwMode="gray">
            <a:xfrm>
              <a:off x="11308602" y="2523635"/>
              <a:ext cx="126000" cy="126000"/>
            </a:xfrm>
            <a:prstGeom prst="ellipse">
              <a:avLst/>
            </a:prstGeom>
            <a:solidFill>
              <a:schemeClr val="tx2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pt-PT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9FC9367-0600-ED9E-85EC-C09888B71625}"/>
                </a:ext>
              </a:extLst>
            </p:cNvPr>
            <p:cNvSpPr/>
            <p:nvPr/>
          </p:nvSpPr>
          <p:spPr>
            <a:xfrm>
              <a:off x="1206329" y="2298635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I. Trigger – Start Scenario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C2FA641-E0A7-11DD-75AB-BF3AD29A2835}"/>
                </a:ext>
              </a:extLst>
            </p:cNvPr>
            <p:cNvSpPr txBox="1"/>
            <p:nvPr/>
          </p:nvSpPr>
          <p:spPr>
            <a:xfrm>
              <a:off x="433628" y="2734747"/>
              <a:ext cx="67239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i="1" dirty="0">
                  <a:solidFill>
                    <a:srgbClr val="313131"/>
                  </a:solidFill>
                  <a:latin typeface="+mj-lt"/>
                </a:rPr>
                <a:t>Schedulled Scenario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FF43E8A-88EB-12AD-3F2C-0FA388047634}"/>
                </a:ext>
              </a:extLst>
            </p:cNvPr>
            <p:cNvGrpSpPr/>
            <p:nvPr/>
          </p:nvGrpSpPr>
          <p:grpSpPr>
            <a:xfrm>
              <a:off x="8096500" y="2298635"/>
              <a:ext cx="1260000" cy="775395"/>
              <a:chOff x="8761601" y="2298635"/>
              <a:chExt cx="1260000" cy="775395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A051AA60-EF00-5AE7-83C3-05643F00055C}"/>
                  </a:ext>
                </a:extLst>
              </p:cNvPr>
              <p:cNvSpPr/>
              <p:nvPr/>
            </p:nvSpPr>
            <p:spPr>
              <a:xfrm>
                <a:off x="8761601" y="2298635"/>
                <a:ext cx="1260000" cy="57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BFD630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 anchorCtr="0"/>
              <a:lstStyle/>
              <a:p>
                <a:pPr algn="ctr"/>
                <a:r>
                  <a:rPr lang="pt-PT" sz="1100" b="1" i="1" dirty="0">
                    <a:solidFill>
                      <a:srgbClr val="5D666F"/>
                    </a:solidFill>
                    <a:latin typeface="+mj-lt"/>
                  </a:rPr>
                  <a:t>IV. Update Team Portal 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58F045-C4F1-638B-DF10-274A5499F836}"/>
                  </a:ext>
                </a:extLst>
              </p:cNvPr>
              <p:cNvSpPr txBox="1"/>
              <p:nvPr/>
            </p:nvSpPr>
            <p:spPr>
              <a:xfrm>
                <a:off x="8863643" y="2935531"/>
                <a:ext cx="1055916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ts val="303"/>
                  </a:spcBef>
                  <a:buSzPct val="100000"/>
                </a:pPr>
                <a:r>
                  <a:rPr lang="pt-PT" sz="900" dirty="0">
                    <a:solidFill>
                      <a:srgbClr val="313131"/>
                    </a:solidFill>
                    <a:latin typeface="+mj-lt"/>
                  </a:rPr>
                  <a:t>Weekly Report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E82B63-3610-8853-55E7-723EE4EBA93B}"/>
                </a:ext>
              </a:extLst>
            </p:cNvPr>
            <p:cNvGrpSpPr/>
            <p:nvPr/>
          </p:nvGrpSpPr>
          <p:grpSpPr>
            <a:xfrm>
              <a:off x="6490449" y="2298635"/>
              <a:ext cx="1260000" cy="913895"/>
              <a:chOff x="7176337" y="2298635"/>
              <a:chExt cx="1260000" cy="913895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EF12062B-D8E9-12BD-E70B-F72A61D783BE}"/>
                  </a:ext>
                </a:extLst>
              </p:cNvPr>
              <p:cNvSpPr/>
              <p:nvPr/>
            </p:nvSpPr>
            <p:spPr>
              <a:xfrm>
                <a:off x="7176337" y="2298635"/>
                <a:ext cx="1260000" cy="57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BFD630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 anchorCtr="0"/>
              <a:lstStyle/>
              <a:p>
                <a:pPr algn="ctr"/>
                <a:r>
                  <a:rPr lang="pt-PT" sz="1100" b="1" i="1" dirty="0">
                    <a:solidFill>
                      <a:srgbClr val="5D666F"/>
                    </a:solidFill>
                    <a:latin typeface="+mj-lt"/>
                  </a:rPr>
                  <a:t>IV. OpenAI Module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64A0DB-8191-A185-F836-54C41C162F06}"/>
                  </a:ext>
                </a:extLst>
              </p:cNvPr>
              <p:cNvSpPr txBox="1"/>
              <p:nvPr/>
            </p:nvSpPr>
            <p:spPr>
              <a:xfrm>
                <a:off x="7278379" y="2935531"/>
                <a:ext cx="105591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ts val="303"/>
                  </a:spcBef>
                  <a:buSzPct val="100000"/>
                </a:pPr>
                <a:r>
                  <a:rPr lang="pt-PT" sz="900" dirty="0">
                    <a:solidFill>
                      <a:srgbClr val="313131"/>
                    </a:solidFill>
                    <a:latin typeface="+mj-lt"/>
                  </a:rPr>
                  <a:t>Prompt &amp; System Configuration</a:t>
                </a:r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3507F60-D528-DBB1-731B-4634CEB3BC0E}"/>
                </a:ext>
              </a:extLst>
            </p:cNvPr>
            <p:cNvCxnSpPr>
              <a:cxnSpLocks/>
              <a:stCxn id="21" idx="3"/>
              <a:endCxn id="24" idx="1"/>
            </p:cNvCxnSpPr>
            <p:nvPr/>
          </p:nvCxnSpPr>
          <p:spPr>
            <a:xfrm>
              <a:off x="7750449" y="2586635"/>
              <a:ext cx="346051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4E187B1-1F40-BEB8-41AF-8345430BFBB5}"/>
                </a:ext>
              </a:extLst>
            </p:cNvPr>
            <p:cNvCxnSpPr>
              <a:cxnSpLocks/>
              <a:stCxn id="24" idx="3"/>
              <a:endCxn id="46" idx="1"/>
            </p:cNvCxnSpPr>
            <p:nvPr/>
          </p:nvCxnSpPr>
          <p:spPr>
            <a:xfrm>
              <a:off x="9356500" y="2586635"/>
              <a:ext cx="346051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B5FB2BD-2AAD-91B1-45FA-918F38D2D00A}"/>
                </a:ext>
              </a:extLst>
            </p:cNvPr>
            <p:cNvCxnSpPr>
              <a:cxnSpLocks/>
              <a:stCxn id="16" idx="3"/>
              <a:endCxn id="19" idx="1"/>
            </p:cNvCxnSpPr>
            <p:nvPr/>
          </p:nvCxnSpPr>
          <p:spPr>
            <a:xfrm>
              <a:off x="2466329" y="2586635"/>
              <a:ext cx="346051" cy="981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A1905EF-BC02-7C91-B521-A0FF7532868B}"/>
                </a:ext>
              </a:extLst>
            </p:cNvPr>
            <p:cNvGrpSpPr/>
            <p:nvPr/>
          </p:nvGrpSpPr>
          <p:grpSpPr>
            <a:xfrm>
              <a:off x="9702551" y="2298635"/>
              <a:ext cx="1260000" cy="775395"/>
              <a:chOff x="8761601" y="2298635"/>
              <a:chExt cx="1260000" cy="775395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D1CA493A-8A16-5CF8-67BB-059AA3455687}"/>
                  </a:ext>
                </a:extLst>
              </p:cNvPr>
              <p:cNvSpPr/>
              <p:nvPr/>
            </p:nvSpPr>
            <p:spPr>
              <a:xfrm>
                <a:off x="8761601" y="2298635"/>
                <a:ext cx="1260000" cy="57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accent5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 anchorCtr="0"/>
              <a:lstStyle/>
              <a:p>
                <a:pPr algn="ctr"/>
                <a:r>
                  <a:rPr lang="pt-PT" sz="1100" b="1" i="1" dirty="0">
                    <a:solidFill>
                      <a:srgbClr val="5D666F"/>
                    </a:solidFill>
                    <a:latin typeface="+mj-lt"/>
                  </a:rPr>
                  <a:t>V. Call &amp; Run Subscenario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DEDBC1-F8F1-2A45-B3BA-96F286439D34}"/>
                  </a:ext>
                </a:extLst>
              </p:cNvPr>
              <p:cNvSpPr txBox="1"/>
              <p:nvPr/>
            </p:nvSpPr>
            <p:spPr>
              <a:xfrm>
                <a:off x="8863643" y="2935531"/>
                <a:ext cx="1055916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ts val="303"/>
                  </a:spcBef>
                  <a:buSzPct val="100000"/>
                </a:pPr>
                <a:r>
                  <a:rPr lang="pt-PT" sz="900" dirty="0">
                    <a:solidFill>
                      <a:srgbClr val="313131"/>
                    </a:solidFill>
                    <a:latin typeface="+mj-lt"/>
                  </a:rPr>
                  <a:t>Execute Workflow 2</a:t>
                </a:r>
              </a:p>
            </p:txBody>
          </p:sp>
        </p:grp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80CE5F4-23B9-B46C-846B-541F2A82DA66}"/>
                </a:ext>
              </a:extLst>
            </p:cNvPr>
            <p:cNvCxnSpPr>
              <a:cxnSpLocks/>
              <a:stCxn id="46" idx="3"/>
              <a:endCxn id="5" idx="2"/>
            </p:cNvCxnSpPr>
            <p:nvPr/>
          </p:nvCxnSpPr>
          <p:spPr>
            <a:xfrm>
              <a:off x="10962551" y="2586635"/>
              <a:ext cx="319051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AAA9F08-4E07-1321-8032-8C4BBBECA04A}"/>
              </a:ext>
            </a:extLst>
          </p:cNvPr>
          <p:cNvSpPr txBox="1"/>
          <p:nvPr/>
        </p:nvSpPr>
        <p:spPr>
          <a:xfrm>
            <a:off x="433629" y="409433"/>
            <a:ext cx="148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Workflow 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0372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2FB68-0523-7FE5-B19C-2246D1958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7EE0D8-A735-4121-2411-956C76EF75E1}"/>
              </a:ext>
            </a:extLst>
          </p:cNvPr>
          <p:cNvSpPr txBox="1"/>
          <p:nvPr/>
        </p:nvSpPr>
        <p:spPr>
          <a:xfrm>
            <a:off x="433629" y="409433"/>
            <a:ext cx="148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Workflow 2</a:t>
            </a:r>
            <a:endParaRPr lang="en-US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874525-948C-6E9D-32ED-D72FF724923F}"/>
              </a:ext>
            </a:extLst>
          </p:cNvPr>
          <p:cNvGrpSpPr/>
          <p:nvPr/>
        </p:nvGrpSpPr>
        <p:grpSpPr>
          <a:xfrm>
            <a:off x="433628" y="1950080"/>
            <a:ext cx="11420118" cy="3347011"/>
            <a:chOff x="433628" y="1950080"/>
            <a:chExt cx="11420118" cy="334701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912AFCE-3D5A-D26F-155C-AF02A24E095A}"/>
                </a:ext>
              </a:extLst>
            </p:cNvPr>
            <p:cNvSpPr/>
            <p:nvPr/>
          </p:nvSpPr>
          <p:spPr>
            <a:xfrm>
              <a:off x="679369" y="2496181"/>
              <a:ext cx="180909" cy="18090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39309DF-0E96-CD42-D11C-32511BF548FC}"/>
                </a:ext>
              </a:extLst>
            </p:cNvPr>
            <p:cNvCxnSpPr>
              <a:cxnSpLocks/>
              <a:stCxn id="4" idx="6"/>
              <a:endCxn id="16" idx="1"/>
            </p:cNvCxnSpPr>
            <p:nvPr/>
          </p:nvCxnSpPr>
          <p:spPr>
            <a:xfrm flipV="1">
              <a:off x="860278" y="2586635"/>
              <a:ext cx="346051" cy="1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10CE381-1718-6666-157B-6AC9A005C283}"/>
                </a:ext>
              </a:extLst>
            </p:cNvPr>
            <p:cNvSpPr/>
            <p:nvPr/>
          </p:nvSpPr>
          <p:spPr>
            <a:xfrm>
              <a:off x="2812380" y="2150534"/>
              <a:ext cx="3332018" cy="89182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  <a:alpha val="60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326454B-2A68-EDCF-49D3-D986A0E7B449}"/>
                </a:ext>
              </a:extLst>
            </p:cNvPr>
            <p:cNvSpPr/>
            <p:nvPr/>
          </p:nvSpPr>
          <p:spPr>
            <a:xfrm>
              <a:off x="3008445" y="2298635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II. Fetch Data from Database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B8DDC44-0DE5-9C1F-45C6-0FEE672C2486}"/>
                </a:ext>
              </a:extLst>
            </p:cNvPr>
            <p:cNvSpPr/>
            <p:nvPr/>
          </p:nvSpPr>
          <p:spPr>
            <a:xfrm>
              <a:off x="4688334" y="2298635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III. Text Agregator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97E9A92-43E1-C5F9-96DE-9D0FE369E6B1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4268445" y="2586635"/>
              <a:ext cx="419889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DA94A64C-1DE2-8AA5-D429-58EC9C2BCE49}"/>
                </a:ext>
              </a:extLst>
            </p:cNvPr>
            <p:cNvGrpSpPr/>
            <p:nvPr/>
          </p:nvGrpSpPr>
          <p:grpSpPr>
            <a:xfrm>
              <a:off x="652369" y="4048136"/>
              <a:ext cx="180000" cy="180000"/>
              <a:chOff x="652369" y="4447704"/>
              <a:chExt cx="180000" cy="18000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1547483-E661-307E-7CAF-AB988C97B099}"/>
                  </a:ext>
                </a:extLst>
              </p:cNvPr>
              <p:cNvSpPr/>
              <p:nvPr/>
            </p:nvSpPr>
            <p:spPr>
              <a:xfrm>
                <a:off x="652369" y="4447704"/>
                <a:ext cx="180000" cy="180000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800" b="0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E681F8A-92EF-F43C-4C26-929B912270C5}"/>
                  </a:ext>
                </a:extLst>
              </p:cNvPr>
              <p:cNvSpPr/>
              <p:nvPr/>
            </p:nvSpPr>
            <p:spPr bwMode="gray">
              <a:xfrm>
                <a:off x="679369" y="4474704"/>
                <a:ext cx="126000" cy="126000"/>
              </a:xfrm>
              <a:prstGeom prst="ellipse">
                <a:avLst/>
              </a:prstGeom>
              <a:solidFill>
                <a:schemeClr val="tx2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pt-PT" sz="16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9EDAE58-57B5-21DC-E5E1-744082B0D54E}"/>
                </a:ext>
              </a:extLst>
            </p:cNvPr>
            <p:cNvSpPr/>
            <p:nvPr/>
          </p:nvSpPr>
          <p:spPr>
            <a:xfrm>
              <a:off x="1206329" y="2298635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I. Trigger – Start Scenario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BA2CF01-74E5-CCA1-18A1-2408518BAE08}"/>
                </a:ext>
              </a:extLst>
            </p:cNvPr>
            <p:cNvSpPr txBox="1"/>
            <p:nvPr/>
          </p:nvSpPr>
          <p:spPr>
            <a:xfrm>
              <a:off x="433628" y="2734747"/>
              <a:ext cx="67239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i="1" dirty="0">
                  <a:solidFill>
                    <a:srgbClr val="313131"/>
                  </a:solidFill>
                  <a:latin typeface="+mj-lt"/>
                </a:rPr>
                <a:t>Schedulled Scenario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DFD76CF-AF8B-4080-EACF-A09F6378349E}"/>
                </a:ext>
              </a:extLst>
            </p:cNvPr>
            <p:cNvSpPr/>
            <p:nvPr/>
          </p:nvSpPr>
          <p:spPr>
            <a:xfrm>
              <a:off x="4688334" y="4386723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XI. OpenAI Module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90C8B85-F507-568F-09D9-E1A48B9F19C6}"/>
                </a:ext>
              </a:extLst>
            </p:cNvPr>
            <p:cNvSpPr txBox="1"/>
            <p:nvPr/>
          </p:nvSpPr>
          <p:spPr>
            <a:xfrm>
              <a:off x="4790376" y="5020092"/>
              <a:ext cx="105591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dirty="0">
                  <a:solidFill>
                    <a:srgbClr val="313131"/>
                  </a:solidFill>
                  <a:latin typeface="+mj-lt"/>
                </a:rPr>
                <a:t>Prompt &amp; System Configuration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F368515-0061-CAD1-8A7F-5BFCE9C6380A}"/>
                </a:ext>
              </a:extLst>
            </p:cNvPr>
            <p:cNvCxnSpPr>
              <a:cxnSpLocks/>
              <a:stCxn id="34" idx="2"/>
              <a:endCxn id="69" idx="1"/>
            </p:cNvCxnSpPr>
            <p:nvPr/>
          </p:nvCxnSpPr>
          <p:spPr>
            <a:xfrm rot="5400000">
              <a:off x="10146625" y="3607412"/>
              <a:ext cx="965578" cy="1188665"/>
            </a:xfrm>
            <a:prstGeom prst="bentConnector2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464E8EE-9827-1628-6CDA-7AC44F510226}"/>
                </a:ext>
              </a:extLst>
            </p:cNvPr>
            <p:cNvCxnSpPr>
              <a:cxnSpLocks/>
              <a:stCxn id="16" idx="3"/>
              <a:endCxn id="19" idx="1"/>
            </p:cNvCxnSpPr>
            <p:nvPr/>
          </p:nvCxnSpPr>
          <p:spPr>
            <a:xfrm>
              <a:off x="2466329" y="2586635"/>
              <a:ext cx="346051" cy="981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253B9DE-83C5-299D-9BF0-CEF52AD937A3}"/>
                </a:ext>
              </a:extLst>
            </p:cNvPr>
            <p:cNvSpPr txBox="1"/>
            <p:nvPr/>
          </p:nvSpPr>
          <p:spPr>
            <a:xfrm>
              <a:off x="1308371" y="2935530"/>
              <a:ext cx="105591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dirty="0">
                  <a:solidFill>
                    <a:srgbClr val="313131"/>
                  </a:solidFill>
                  <a:latin typeface="+mj-lt"/>
                </a:rPr>
                <a:t>Executed via Agent or triggered by Worflow 1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02ED437-34A1-56BA-4293-9B34B10D8818}"/>
                </a:ext>
              </a:extLst>
            </p:cNvPr>
            <p:cNvGrpSpPr/>
            <p:nvPr/>
          </p:nvGrpSpPr>
          <p:grpSpPr>
            <a:xfrm>
              <a:off x="6703063" y="2150534"/>
              <a:ext cx="3332018" cy="891822"/>
              <a:chOff x="6703063" y="2150534"/>
              <a:chExt cx="3332018" cy="891822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8768E7AA-12E0-9753-28C8-4EFBE4C59A36}"/>
                  </a:ext>
                </a:extLst>
              </p:cNvPr>
              <p:cNvSpPr/>
              <p:nvPr/>
            </p:nvSpPr>
            <p:spPr>
              <a:xfrm>
                <a:off x="6703063" y="2150534"/>
                <a:ext cx="3332018" cy="89182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  <a:alpha val="6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40728F90-BFF9-6502-74C1-92D94D1C8B34}"/>
                  </a:ext>
                </a:extLst>
              </p:cNvPr>
              <p:cNvSpPr/>
              <p:nvPr/>
            </p:nvSpPr>
            <p:spPr>
              <a:xfrm>
                <a:off x="6899128" y="2298635"/>
                <a:ext cx="1260000" cy="57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BFD630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 anchorCtr="0"/>
              <a:lstStyle/>
              <a:p>
                <a:pPr algn="ctr"/>
                <a:r>
                  <a:rPr lang="pt-PT" sz="1100" b="1" i="1" dirty="0">
                    <a:solidFill>
                      <a:srgbClr val="5D666F"/>
                    </a:solidFill>
                    <a:latin typeface="+mj-lt"/>
                  </a:rPr>
                  <a:t>IV. Fetch Data from Database</a:t>
                </a: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CB76CDA3-A6A3-020C-BB9D-24EBDA7902A4}"/>
                  </a:ext>
                </a:extLst>
              </p:cNvPr>
              <p:cNvSpPr/>
              <p:nvPr/>
            </p:nvSpPr>
            <p:spPr>
              <a:xfrm>
                <a:off x="8579017" y="2298635"/>
                <a:ext cx="1260000" cy="57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BFD630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 anchorCtr="0"/>
              <a:lstStyle/>
              <a:p>
                <a:pPr algn="ctr"/>
                <a:r>
                  <a:rPr lang="pt-PT" sz="1100" b="1" i="1" dirty="0">
                    <a:solidFill>
                      <a:srgbClr val="5D666F"/>
                    </a:solidFill>
                    <a:latin typeface="+mj-lt"/>
                  </a:rPr>
                  <a:t>V. Text Agregator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D7DBF074-3EDE-4457-A554-B9B3149CD1F1}"/>
                  </a:ext>
                </a:extLst>
              </p:cNvPr>
              <p:cNvCxnSpPr>
                <a:cxnSpLocks/>
                <a:stCxn id="18" idx="3"/>
                <a:endCxn id="26" idx="1"/>
              </p:cNvCxnSpPr>
              <p:nvPr/>
            </p:nvCxnSpPr>
            <p:spPr>
              <a:xfrm>
                <a:off x="8159128" y="2586635"/>
                <a:ext cx="419889" cy="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5B033AD-2599-0820-00B4-8CD884A24504}"/>
                </a:ext>
              </a:extLst>
            </p:cNvPr>
            <p:cNvCxnSpPr>
              <a:cxnSpLocks/>
              <a:stCxn id="19" idx="3"/>
              <a:endCxn id="14" idx="1"/>
            </p:cNvCxnSpPr>
            <p:nvPr/>
          </p:nvCxnSpPr>
          <p:spPr>
            <a:xfrm>
              <a:off x="6144398" y="2596445"/>
              <a:ext cx="558665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664C953-8FD2-93B9-50FF-05CE8AF9E675}"/>
                </a:ext>
              </a:extLst>
            </p:cNvPr>
            <p:cNvSpPr/>
            <p:nvPr/>
          </p:nvSpPr>
          <p:spPr>
            <a:xfrm>
              <a:off x="10593746" y="2308445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VI. OpenAI Module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DE98C41-CD69-96E1-8441-DD9C143FBB9F}"/>
                </a:ext>
              </a:extLst>
            </p:cNvPr>
            <p:cNvSpPr txBox="1"/>
            <p:nvPr/>
          </p:nvSpPr>
          <p:spPr>
            <a:xfrm>
              <a:off x="10695788" y="1970550"/>
              <a:ext cx="105591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dirty="0">
                  <a:solidFill>
                    <a:srgbClr val="313131"/>
                  </a:solidFill>
                  <a:latin typeface="+mj-lt"/>
                </a:rPr>
                <a:t>Prompt &amp; System Configuration</a:t>
              </a:r>
            </a:p>
          </p:txBody>
        </p:sp>
        <p:sp>
          <p:nvSpPr>
            <p:cNvPr id="34" name="Diamond 33">
              <a:extLst>
                <a:ext uri="{FF2B5EF4-FFF2-40B4-BE49-F238E27FC236}">
                  <a16:creationId xmlns:a16="http://schemas.microsoft.com/office/drawing/2014/main" id="{476AAF9D-179B-62F1-10DB-6D62AEBC4AE7}"/>
                </a:ext>
              </a:extLst>
            </p:cNvPr>
            <p:cNvSpPr/>
            <p:nvPr/>
          </p:nvSpPr>
          <p:spPr>
            <a:xfrm>
              <a:off x="11115746" y="3502955"/>
              <a:ext cx="216000" cy="216000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X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E91C4AB-29C5-2206-A010-5B66F25D0ED4}"/>
                </a:ext>
              </a:extLst>
            </p:cNvPr>
            <p:cNvCxnSpPr>
              <a:cxnSpLocks/>
              <a:stCxn id="14" idx="3"/>
              <a:endCxn id="31" idx="1"/>
            </p:cNvCxnSpPr>
            <p:nvPr/>
          </p:nvCxnSpPr>
          <p:spPr>
            <a:xfrm>
              <a:off x="10035081" y="2596445"/>
              <a:ext cx="558665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7F014D2-4050-379A-AD11-EA1AB3A4F253}"/>
                </a:ext>
              </a:extLst>
            </p:cNvPr>
            <p:cNvCxnSpPr>
              <a:cxnSpLocks/>
              <a:stCxn id="31" idx="2"/>
              <a:endCxn id="34" idx="0"/>
            </p:cNvCxnSpPr>
            <p:nvPr/>
          </p:nvCxnSpPr>
          <p:spPr>
            <a:xfrm>
              <a:off x="11223746" y="2884445"/>
              <a:ext cx="0" cy="61851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440A21FE-C82C-C24B-81E9-510E3B2FA71E}"/>
                </a:ext>
              </a:extLst>
            </p:cNvPr>
            <p:cNvSpPr/>
            <p:nvPr/>
          </p:nvSpPr>
          <p:spPr>
            <a:xfrm>
              <a:off x="8579017" y="3313549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VII. Add formatted entries to Database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6114457-1D63-1E0B-B16A-1B26D307AA13}"/>
                </a:ext>
              </a:extLst>
            </p:cNvPr>
            <p:cNvSpPr txBox="1"/>
            <p:nvPr/>
          </p:nvSpPr>
          <p:spPr>
            <a:xfrm>
              <a:off x="8694072" y="3148557"/>
              <a:ext cx="105591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dirty="0">
                  <a:solidFill>
                    <a:srgbClr val="313131"/>
                  </a:solidFill>
                  <a:latin typeface="+mj-lt"/>
                </a:rPr>
                <a:t>Injury Alerts Database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96A8124-F50E-7E6A-CCCD-D1378D2FC924}"/>
                </a:ext>
              </a:extLst>
            </p:cNvPr>
            <p:cNvCxnSpPr>
              <a:cxnSpLocks/>
              <a:stCxn id="34" idx="1"/>
              <a:endCxn id="51" idx="3"/>
            </p:cNvCxnSpPr>
            <p:nvPr/>
          </p:nvCxnSpPr>
          <p:spPr>
            <a:xfrm flipH="1" flipV="1">
              <a:off x="9839017" y="3601549"/>
              <a:ext cx="1276729" cy="9406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09AFF656-EE7B-D433-537E-85AFDCC156EC}"/>
                </a:ext>
              </a:extLst>
            </p:cNvPr>
            <p:cNvSpPr/>
            <p:nvPr/>
          </p:nvSpPr>
          <p:spPr>
            <a:xfrm>
              <a:off x="6899128" y="3313549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VIII. Update Team Portal 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46C7598-C38C-0E31-D7E9-FB33B7B25BC3}"/>
                </a:ext>
              </a:extLst>
            </p:cNvPr>
            <p:cNvSpPr txBox="1"/>
            <p:nvPr/>
          </p:nvSpPr>
          <p:spPr>
            <a:xfrm>
              <a:off x="7001170" y="3148557"/>
              <a:ext cx="105591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dirty="0">
                  <a:solidFill>
                    <a:srgbClr val="313131"/>
                  </a:solidFill>
                  <a:latin typeface="+mj-lt"/>
                </a:rPr>
                <a:t>Injury Alerts List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B000E41-6364-DF7A-FBF7-1FA7308BB69A}"/>
                </a:ext>
              </a:extLst>
            </p:cNvPr>
            <p:cNvCxnSpPr>
              <a:cxnSpLocks/>
              <a:stCxn id="51" idx="1"/>
              <a:endCxn id="58" idx="3"/>
            </p:cNvCxnSpPr>
            <p:nvPr/>
          </p:nvCxnSpPr>
          <p:spPr>
            <a:xfrm flipH="1">
              <a:off x="8159128" y="3601549"/>
              <a:ext cx="419889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EA84CAAC-D88E-D1DA-C45E-8175DAA76624}"/>
                </a:ext>
              </a:extLst>
            </p:cNvPr>
            <p:cNvSpPr/>
            <p:nvPr/>
          </p:nvSpPr>
          <p:spPr>
            <a:xfrm flipH="1">
              <a:off x="6703063" y="4238622"/>
              <a:ext cx="3332018" cy="89182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  <a:alpha val="60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6976594E-825F-924B-390D-74CB64A27531}"/>
                </a:ext>
              </a:extLst>
            </p:cNvPr>
            <p:cNvSpPr/>
            <p:nvPr/>
          </p:nvSpPr>
          <p:spPr>
            <a:xfrm flipH="1">
              <a:off x="8579016" y="4386723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IX. Fetch Data from Database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E43A039E-FA17-5F9A-E552-5CA1EC29A19D}"/>
                </a:ext>
              </a:extLst>
            </p:cNvPr>
            <p:cNvSpPr/>
            <p:nvPr/>
          </p:nvSpPr>
          <p:spPr>
            <a:xfrm flipH="1">
              <a:off x="6899127" y="4386723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X. Text Agregator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AAA337E7-A89F-408C-8A85-6F919D7FC9A5}"/>
                </a:ext>
              </a:extLst>
            </p:cNvPr>
            <p:cNvCxnSpPr>
              <a:cxnSpLocks/>
              <a:stCxn id="70" idx="3"/>
              <a:endCxn id="71" idx="1"/>
            </p:cNvCxnSpPr>
            <p:nvPr/>
          </p:nvCxnSpPr>
          <p:spPr>
            <a:xfrm flipH="1">
              <a:off x="8159127" y="4674723"/>
              <a:ext cx="419889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B9039C21-C276-1FE8-A521-A3C9D5E07EB6}"/>
                </a:ext>
              </a:extLst>
            </p:cNvPr>
            <p:cNvSpPr/>
            <p:nvPr/>
          </p:nvSpPr>
          <p:spPr>
            <a:xfrm>
              <a:off x="3008445" y="4386723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050" b="1" i="1" dirty="0">
                  <a:solidFill>
                    <a:srgbClr val="5D666F"/>
                  </a:solidFill>
                  <a:latin typeface="+mj-lt"/>
                </a:rPr>
                <a:t>XII. Send Detailed Report to Dedicated Personal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ECEC3D4-83FB-338B-8C42-2FC9CE98D488}"/>
                </a:ext>
              </a:extLst>
            </p:cNvPr>
            <p:cNvSpPr txBox="1"/>
            <p:nvPr/>
          </p:nvSpPr>
          <p:spPr>
            <a:xfrm>
              <a:off x="3110487" y="5020092"/>
              <a:ext cx="105591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dirty="0">
                  <a:solidFill>
                    <a:srgbClr val="313131"/>
                  </a:solidFill>
                  <a:latin typeface="+mj-lt"/>
                </a:rPr>
                <a:t>Injury Report</a:t>
              </a: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BCD93AB3-0C1B-E756-1897-4131DC5CCE6C}"/>
                </a:ext>
              </a:extLst>
            </p:cNvPr>
            <p:cNvCxnSpPr>
              <a:cxnSpLocks/>
              <a:stCxn id="69" idx="3"/>
              <a:endCxn id="21" idx="3"/>
            </p:cNvCxnSpPr>
            <p:nvPr/>
          </p:nvCxnSpPr>
          <p:spPr>
            <a:xfrm flipH="1" flipV="1">
              <a:off x="5948334" y="4674723"/>
              <a:ext cx="754729" cy="981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AC4E3331-F164-3825-2DFB-4BCF16BDE2C4}"/>
                </a:ext>
              </a:extLst>
            </p:cNvPr>
            <p:cNvCxnSpPr>
              <a:cxnSpLocks/>
              <a:stCxn id="21" idx="1"/>
              <a:endCxn id="77" idx="3"/>
            </p:cNvCxnSpPr>
            <p:nvPr/>
          </p:nvCxnSpPr>
          <p:spPr>
            <a:xfrm flipH="1">
              <a:off x="4268445" y="4674723"/>
              <a:ext cx="419889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BAE2E55-15FC-EEA6-223E-3A7FC589DF7D}"/>
                </a:ext>
              </a:extLst>
            </p:cNvPr>
            <p:cNvCxnSpPr>
              <a:cxnSpLocks/>
              <a:stCxn id="58" idx="1"/>
              <a:endCxn id="5" idx="0"/>
            </p:cNvCxnSpPr>
            <p:nvPr/>
          </p:nvCxnSpPr>
          <p:spPr>
            <a:xfrm rot="10800000" flipV="1">
              <a:off x="742370" y="3601548"/>
              <a:ext cx="6156759" cy="446587"/>
            </a:xfrm>
            <a:prstGeom prst="bentConnector2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EB2289AA-E542-9D11-5FF8-CF4D79B31E7E}"/>
                </a:ext>
              </a:extLst>
            </p:cNvPr>
            <p:cNvCxnSpPr>
              <a:cxnSpLocks/>
              <a:stCxn id="77" idx="1"/>
              <a:endCxn id="5" idx="4"/>
            </p:cNvCxnSpPr>
            <p:nvPr/>
          </p:nvCxnSpPr>
          <p:spPr>
            <a:xfrm rot="10800000">
              <a:off x="742369" y="4228137"/>
              <a:ext cx="2266076" cy="446587"/>
            </a:xfrm>
            <a:prstGeom prst="bentConnector2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12915E5-3B56-7367-3493-63496192862B}"/>
                </a:ext>
              </a:extLst>
            </p:cNvPr>
            <p:cNvSpPr txBox="1"/>
            <p:nvPr/>
          </p:nvSpPr>
          <p:spPr>
            <a:xfrm>
              <a:off x="3087233" y="1950080"/>
              <a:ext cx="278231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en-US" sz="900" dirty="0">
                  <a:solidFill>
                    <a:srgbClr val="313131"/>
                  </a:solidFill>
                  <a:latin typeface="+mj-lt"/>
                </a:rPr>
                <a:t>Secondary Database: Sample Down Weekly Injury Alerts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65CDA24-1EA6-3F59-9AC8-D995B040363E}"/>
                </a:ext>
              </a:extLst>
            </p:cNvPr>
            <p:cNvSpPr txBox="1"/>
            <p:nvPr/>
          </p:nvSpPr>
          <p:spPr>
            <a:xfrm>
              <a:off x="7017229" y="1950080"/>
              <a:ext cx="270368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en-US" sz="900" dirty="0">
                  <a:solidFill>
                    <a:srgbClr val="313131"/>
                  </a:solidFill>
                  <a:latin typeface="+mj-lt"/>
                </a:rPr>
                <a:t>Benchmark Health and Performance Measures Database </a:t>
              </a:r>
              <a:endParaRPr lang="pt-PT" sz="900" dirty="0">
                <a:solidFill>
                  <a:srgbClr val="313131"/>
                </a:solidFill>
                <a:latin typeface="+mj-lt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B3C0D0D-9DDC-D5FF-A003-297820AEF7DB}"/>
                </a:ext>
              </a:extLst>
            </p:cNvPr>
            <p:cNvSpPr txBox="1"/>
            <p:nvPr/>
          </p:nvSpPr>
          <p:spPr>
            <a:xfrm>
              <a:off x="6899128" y="5158592"/>
              <a:ext cx="29398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en-US" sz="900" dirty="0">
                  <a:solidFill>
                    <a:srgbClr val="313131"/>
                  </a:solidFill>
                </a:rPr>
                <a:t>Weekly Report &amp; Injury Risk Database</a:t>
              </a:r>
              <a:endParaRPr lang="pt-PT" sz="900" dirty="0">
                <a:solidFill>
                  <a:srgbClr val="31313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9827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CC5A-B4F6-9804-4212-77926BE84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AE3E7-9E4A-E93E-8274-9691665FB9F7}"/>
              </a:ext>
            </a:extLst>
          </p:cNvPr>
          <p:cNvSpPr txBox="1"/>
          <p:nvPr/>
        </p:nvSpPr>
        <p:spPr>
          <a:xfrm>
            <a:off x="433629" y="409433"/>
            <a:ext cx="148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Workflow 3</a:t>
            </a:r>
            <a:endParaRPr lang="en-US" b="1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6FD3DC9-14AF-CA71-71B4-1F200D04AEEA}"/>
              </a:ext>
            </a:extLst>
          </p:cNvPr>
          <p:cNvGrpSpPr/>
          <p:nvPr/>
        </p:nvGrpSpPr>
        <p:grpSpPr>
          <a:xfrm>
            <a:off x="433628" y="1950080"/>
            <a:ext cx="11420118" cy="3012643"/>
            <a:chOff x="433628" y="1950080"/>
            <a:chExt cx="11420118" cy="30126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3B26B7E-814E-1173-23DA-FD5465373133}"/>
                </a:ext>
              </a:extLst>
            </p:cNvPr>
            <p:cNvSpPr/>
            <p:nvPr/>
          </p:nvSpPr>
          <p:spPr>
            <a:xfrm>
              <a:off x="679369" y="2496181"/>
              <a:ext cx="180909" cy="18090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B3B8492-E6A7-1BD7-B31B-2A2CA4663363}"/>
                </a:ext>
              </a:extLst>
            </p:cNvPr>
            <p:cNvCxnSpPr>
              <a:cxnSpLocks/>
              <a:stCxn id="4" idx="6"/>
              <a:endCxn id="16" idx="1"/>
            </p:cNvCxnSpPr>
            <p:nvPr/>
          </p:nvCxnSpPr>
          <p:spPr>
            <a:xfrm flipV="1">
              <a:off x="860278" y="2586635"/>
              <a:ext cx="346051" cy="1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243E8C7-F7FA-3197-5977-24579F42328B}"/>
                </a:ext>
              </a:extLst>
            </p:cNvPr>
            <p:cNvSpPr/>
            <p:nvPr/>
          </p:nvSpPr>
          <p:spPr>
            <a:xfrm>
              <a:off x="2812380" y="2150534"/>
              <a:ext cx="3332018" cy="89182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  <a:alpha val="60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0DD725B-E62B-2A10-80D8-95B7248E7FDC}"/>
                </a:ext>
              </a:extLst>
            </p:cNvPr>
            <p:cNvSpPr/>
            <p:nvPr/>
          </p:nvSpPr>
          <p:spPr>
            <a:xfrm>
              <a:off x="3008445" y="2298635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II. Fetch Data from Database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A622BBC-5CC8-7113-2477-89CA1C73A7AE}"/>
                </a:ext>
              </a:extLst>
            </p:cNvPr>
            <p:cNvSpPr/>
            <p:nvPr/>
          </p:nvSpPr>
          <p:spPr>
            <a:xfrm>
              <a:off x="4688334" y="2298635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III. Text Agregator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1241372-6983-27CA-AF63-350F397D002A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4268445" y="2586635"/>
              <a:ext cx="419889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D2DA7E1B-EBFF-19BA-7A78-781806EC5C1E}"/>
                </a:ext>
              </a:extLst>
            </p:cNvPr>
            <p:cNvGrpSpPr/>
            <p:nvPr/>
          </p:nvGrpSpPr>
          <p:grpSpPr>
            <a:xfrm>
              <a:off x="652369" y="4048136"/>
              <a:ext cx="180000" cy="180000"/>
              <a:chOff x="652369" y="4447704"/>
              <a:chExt cx="180000" cy="18000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90E00C3-82B4-4FD4-4367-87DDFD6DCA44}"/>
                  </a:ext>
                </a:extLst>
              </p:cNvPr>
              <p:cNvSpPr/>
              <p:nvPr/>
            </p:nvSpPr>
            <p:spPr>
              <a:xfrm>
                <a:off x="652369" y="4447704"/>
                <a:ext cx="180000" cy="180000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800" b="0" i="0" u="none" strike="noStrike" kern="1200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E0DFBB1-2DD1-8855-C19A-0CF8ECB96C6E}"/>
                  </a:ext>
                </a:extLst>
              </p:cNvPr>
              <p:cNvSpPr/>
              <p:nvPr/>
            </p:nvSpPr>
            <p:spPr bwMode="gray">
              <a:xfrm>
                <a:off x="679369" y="4474704"/>
                <a:ext cx="126000" cy="126000"/>
              </a:xfrm>
              <a:prstGeom prst="ellipse">
                <a:avLst/>
              </a:prstGeom>
              <a:solidFill>
                <a:schemeClr val="tx2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pt-PT" sz="16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0F95952-FD0A-C875-3AE3-DFBDA7B2721B}"/>
                </a:ext>
              </a:extLst>
            </p:cNvPr>
            <p:cNvSpPr/>
            <p:nvPr/>
          </p:nvSpPr>
          <p:spPr>
            <a:xfrm>
              <a:off x="1206329" y="2298635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I. Trigger – Start Scenario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14A340C-7ED3-E85B-0243-BC64DAA3C49B}"/>
                </a:ext>
              </a:extLst>
            </p:cNvPr>
            <p:cNvSpPr txBox="1"/>
            <p:nvPr/>
          </p:nvSpPr>
          <p:spPr>
            <a:xfrm>
              <a:off x="433628" y="2734747"/>
              <a:ext cx="67239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i="1" dirty="0">
                  <a:solidFill>
                    <a:srgbClr val="313131"/>
                  </a:solidFill>
                  <a:latin typeface="+mj-lt"/>
                </a:rPr>
                <a:t>Schedulled Scenario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F364A82-C9EE-843E-0A40-7DDAF2920264}"/>
                </a:ext>
              </a:extLst>
            </p:cNvPr>
            <p:cNvSpPr/>
            <p:nvPr/>
          </p:nvSpPr>
          <p:spPr>
            <a:xfrm>
              <a:off x="6899128" y="4386723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050" b="1" i="1" dirty="0">
                  <a:solidFill>
                    <a:srgbClr val="5D666F"/>
                  </a:solidFill>
                  <a:latin typeface="+mj-lt"/>
                </a:rPr>
                <a:t>XI. </a:t>
              </a:r>
              <a:r>
                <a:rPr lang="en-US" sz="1050" b="1" i="1" dirty="0">
                  <a:solidFill>
                    <a:srgbClr val="5D666F"/>
                  </a:solidFill>
                  <a:latin typeface="+mj-lt"/>
                </a:rPr>
                <a:t>Send Detailed Report to Dedicated Personal</a:t>
              </a:r>
              <a:endParaRPr lang="pt-PT" sz="1050" b="1" i="1" dirty="0">
                <a:solidFill>
                  <a:srgbClr val="5D666F"/>
                </a:solidFill>
                <a:latin typeface="+mj-lt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5B0360C-BC38-21FF-BF1D-4A5DA81953E4}"/>
                </a:ext>
              </a:extLst>
            </p:cNvPr>
            <p:cNvCxnSpPr>
              <a:cxnSpLocks/>
              <a:stCxn id="34" idx="2"/>
              <a:endCxn id="10" idx="3"/>
            </p:cNvCxnSpPr>
            <p:nvPr/>
          </p:nvCxnSpPr>
          <p:spPr>
            <a:xfrm rot="5400000">
              <a:off x="10060004" y="3510981"/>
              <a:ext cx="955768" cy="1371716"/>
            </a:xfrm>
            <a:prstGeom prst="bentConnector2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E484139-F0F5-FBFC-5314-76025504E204}"/>
                </a:ext>
              </a:extLst>
            </p:cNvPr>
            <p:cNvCxnSpPr>
              <a:cxnSpLocks/>
              <a:stCxn id="16" idx="3"/>
              <a:endCxn id="19" idx="1"/>
            </p:cNvCxnSpPr>
            <p:nvPr/>
          </p:nvCxnSpPr>
          <p:spPr>
            <a:xfrm>
              <a:off x="2466329" y="2586635"/>
              <a:ext cx="346051" cy="981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4D26171-6F95-878B-940B-2DD9F6B56708}"/>
                </a:ext>
              </a:extLst>
            </p:cNvPr>
            <p:cNvSpPr txBox="1"/>
            <p:nvPr/>
          </p:nvSpPr>
          <p:spPr>
            <a:xfrm>
              <a:off x="1308371" y="2935530"/>
              <a:ext cx="105591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dirty="0">
                  <a:solidFill>
                    <a:srgbClr val="313131"/>
                  </a:solidFill>
                  <a:latin typeface="+mj-lt"/>
                </a:rPr>
                <a:t>Executed via Agent or Manually Triggered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728A97C-E93D-2D2F-4950-9543059F420C}"/>
                </a:ext>
              </a:extLst>
            </p:cNvPr>
            <p:cNvGrpSpPr/>
            <p:nvPr/>
          </p:nvGrpSpPr>
          <p:grpSpPr>
            <a:xfrm>
              <a:off x="6703063" y="2150534"/>
              <a:ext cx="3332018" cy="891822"/>
              <a:chOff x="6703063" y="2150534"/>
              <a:chExt cx="3332018" cy="891822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818242A5-6DB4-4D11-BED8-1BC1284876BB}"/>
                  </a:ext>
                </a:extLst>
              </p:cNvPr>
              <p:cNvSpPr/>
              <p:nvPr/>
            </p:nvSpPr>
            <p:spPr>
              <a:xfrm>
                <a:off x="6703063" y="2150534"/>
                <a:ext cx="3332018" cy="89182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  <a:alpha val="6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FE0B1FA-FF6F-A8F5-BE2F-BB35DDF6CE0A}"/>
                  </a:ext>
                </a:extLst>
              </p:cNvPr>
              <p:cNvSpPr/>
              <p:nvPr/>
            </p:nvSpPr>
            <p:spPr>
              <a:xfrm>
                <a:off x="6899128" y="2298635"/>
                <a:ext cx="1260000" cy="57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BFD630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 anchorCtr="0"/>
              <a:lstStyle/>
              <a:p>
                <a:pPr algn="ctr"/>
                <a:r>
                  <a:rPr lang="pt-PT" sz="1100" b="1" i="1" dirty="0">
                    <a:solidFill>
                      <a:srgbClr val="5D666F"/>
                    </a:solidFill>
                    <a:latin typeface="+mj-lt"/>
                  </a:rPr>
                  <a:t>IV. Fetch Data from Database</a:t>
                </a: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3AF16C42-5F3F-10C5-A407-6A29CE0867B6}"/>
                  </a:ext>
                </a:extLst>
              </p:cNvPr>
              <p:cNvSpPr/>
              <p:nvPr/>
            </p:nvSpPr>
            <p:spPr>
              <a:xfrm>
                <a:off x="8579017" y="2298635"/>
                <a:ext cx="1260000" cy="5760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BFD630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 anchorCtr="0"/>
              <a:lstStyle/>
              <a:p>
                <a:pPr algn="ctr"/>
                <a:r>
                  <a:rPr lang="pt-PT" sz="1100" b="1" i="1" dirty="0">
                    <a:solidFill>
                      <a:srgbClr val="5D666F"/>
                    </a:solidFill>
                    <a:latin typeface="+mj-lt"/>
                  </a:rPr>
                  <a:t>V. Text Agregator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8005693D-F1EB-9AA0-37A5-E84CDC2DDDD3}"/>
                  </a:ext>
                </a:extLst>
              </p:cNvPr>
              <p:cNvCxnSpPr>
                <a:cxnSpLocks/>
                <a:stCxn id="18" idx="3"/>
                <a:endCxn id="26" idx="1"/>
              </p:cNvCxnSpPr>
              <p:nvPr/>
            </p:nvCxnSpPr>
            <p:spPr>
              <a:xfrm>
                <a:off x="8159128" y="2586635"/>
                <a:ext cx="419889" cy="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9B726E1-1C67-46C9-EC84-3F08FE4DA59D}"/>
                </a:ext>
              </a:extLst>
            </p:cNvPr>
            <p:cNvCxnSpPr>
              <a:cxnSpLocks/>
              <a:stCxn id="19" idx="3"/>
              <a:endCxn id="14" idx="1"/>
            </p:cNvCxnSpPr>
            <p:nvPr/>
          </p:nvCxnSpPr>
          <p:spPr>
            <a:xfrm>
              <a:off x="6144398" y="2596445"/>
              <a:ext cx="558665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262EB02-44E1-314F-5901-808973350DB3}"/>
                </a:ext>
              </a:extLst>
            </p:cNvPr>
            <p:cNvSpPr/>
            <p:nvPr/>
          </p:nvSpPr>
          <p:spPr>
            <a:xfrm>
              <a:off x="10593746" y="2308445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VI. OpenAI Module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4986255-5549-1EBE-2A71-B50F94222F47}"/>
                </a:ext>
              </a:extLst>
            </p:cNvPr>
            <p:cNvSpPr txBox="1"/>
            <p:nvPr/>
          </p:nvSpPr>
          <p:spPr>
            <a:xfrm>
              <a:off x="10695788" y="1970550"/>
              <a:ext cx="105591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dirty="0">
                  <a:solidFill>
                    <a:srgbClr val="313131"/>
                  </a:solidFill>
                  <a:latin typeface="+mj-lt"/>
                </a:rPr>
                <a:t>Prompt &amp; System Configuration</a:t>
              </a:r>
            </a:p>
          </p:txBody>
        </p:sp>
        <p:sp>
          <p:nvSpPr>
            <p:cNvPr id="34" name="Diamond 33">
              <a:extLst>
                <a:ext uri="{FF2B5EF4-FFF2-40B4-BE49-F238E27FC236}">
                  <a16:creationId xmlns:a16="http://schemas.microsoft.com/office/drawing/2014/main" id="{4F1C84B6-2B1A-66F0-6ABA-58BB3E55ED1F}"/>
                </a:ext>
              </a:extLst>
            </p:cNvPr>
            <p:cNvSpPr/>
            <p:nvPr/>
          </p:nvSpPr>
          <p:spPr>
            <a:xfrm>
              <a:off x="11115746" y="3502955"/>
              <a:ext cx="216000" cy="216000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X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21E8E67-D940-E355-4F17-F18096B27D8D}"/>
                </a:ext>
              </a:extLst>
            </p:cNvPr>
            <p:cNvCxnSpPr>
              <a:cxnSpLocks/>
              <a:stCxn id="14" idx="3"/>
              <a:endCxn id="31" idx="1"/>
            </p:cNvCxnSpPr>
            <p:nvPr/>
          </p:nvCxnSpPr>
          <p:spPr>
            <a:xfrm>
              <a:off x="10035081" y="2596445"/>
              <a:ext cx="558665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3AE09BF-BEC7-1422-5981-A136C6C2194B}"/>
                </a:ext>
              </a:extLst>
            </p:cNvPr>
            <p:cNvCxnSpPr>
              <a:cxnSpLocks/>
              <a:stCxn id="31" idx="2"/>
              <a:endCxn id="34" idx="0"/>
            </p:cNvCxnSpPr>
            <p:nvPr/>
          </p:nvCxnSpPr>
          <p:spPr>
            <a:xfrm>
              <a:off x="11223746" y="2884445"/>
              <a:ext cx="0" cy="61851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C1FE443-1355-7891-DF8C-69AEDC742788}"/>
                </a:ext>
              </a:extLst>
            </p:cNvPr>
            <p:cNvSpPr/>
            <p:nvPr/>
          </p:nvSpPr>
          <p:spPr>
            <a:xfrm>
              <a:off x="6899128" y="3313549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VIII. Add formatted entries to List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2E1C66C-7D2C-C4CA-5171-2F829C03D66A}"/>
                </a:ext>
              </a:extLst>
            </p:cNvPr>
            <p:cNvSpPr txBox="1"/>
            <p:nvPr/>
          </p:nvSpPr>
          <p:spPr>
            <a:xfrm>
              <a:off x="8406204" y="3148557"/>
              <a:ext cx="164655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dirty="0">
                  <a:solidFill>
                    <a:srgbClr val="313131"/>
                  </a:solidFill>
                  <a:latin typeface="+mj-lt"/>
                </a:rPr>
                <a:t>Prompt &amp; System Configuration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1FF04D3-5C67-0D02-E676-EC7767D3EB5D}"/>
                </a:ext>
              </a:extLst>
            </p:cNvPr>
            <p:cNvCxnSpPr>
              <a:cxnSpLocks/>
              <a:stCxn id="34" idx="1"/>
              <a:endCxn id="51" idx="3"/>
            </p:cNvCxnSpPr>
            <p:nvPr/>
          </p:nvCxnSpPr>
          <p:spPr>
            <a:xfrm flipH="1" flipV="1">
              <a:off x="8159128" y="3601549"/>
              <a:ext cx="2956618" cy="9406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1E3591B-9650-DECF-36D0-904C98DD15D8}"/>
                </a:ext>
              </a:extLst>
            </p:cNvPr>
            <p:cNvSpPr/>
            <p:nvPr/>
          </p:nvSpPr>
          <p:spPr>
            <a:xfrm>
              <a:off x="4688334" y="3313549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IX. Update Team Portal 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B9EEBB4-8C73-89D3-146E-3243DD3BEE47}"/>
                </a:ext>
              </a:extLst>
            </p:cNvPr>
            <p:cNvSpPr txBox="1"/>
            <p:nvPr/>
          </p:nvSpPr>
          <p:spPr>
            <a:xfrm>
              <a:off x="6929784" y="3148557"/>
              <a:ext cx="119868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dirty="0">
                  <a:solidFill>
                    <a:srgbClr val="313131"/>
                  </a:solidFill>
                  <a:latin typeface="+mj-lt"/>
                </a:rPr>
                <a:t>Player Perfomance List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B07F438-8547-7124-4390-C477E26F7F29}"/>
                </a:ext>
              </a:extLst>
            </p:cNvPr>
            <p:cNvCxnSpPr>
              <a:cxnSpLocks/>
              <a:stCxn id="51" idx="1"/>
              <a:endCxn id="58" idx="3"/>
            </p:cNvCxnSpPr>
            <p:nvPr/>
          </p:nvCxnSpPr>
          <p:spPr>
            <a:xfrm flipH="1">
              <a:off x="5948334" y="3601549"/>
              <a:ext cx="950794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93284B8-DB04-FE27-1B93-C0B3401E31D6}"/>
                </a:ext>
              </a:extLst>
            </p:cNvPr>
            <p:cNvSpPr txBox="1"/>
            <p:nvPr/>
          </p:nvSpPr>
          <p:spPr>
            <a:xfrm>
              <a:off x="6904772" y="4198729"/>
              <a:ext cx="1260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dirty="0">
                  <a:solidFill>
                    <a:srgbClr val="313131"/>
                  </a:solidFill>
                  <a:latin typeface="+mj-lt"/>
                </a:rPr>
                <a:t>Player Performance Report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294B1CF4-04F1-39EB-A435-17FB122EFF78}"/>
                </a:ext>
              </a:extLst>
            </p:cNvPr>
            <p:cNvCxnSpPr>
              <a:cxnSpLocks/>
              <a:stCxn id="21" idx="1"/>
              <a:endCxn id="5" idx="4"/>
            </p:cNvCxnSpPr>
            <p:nvPr/>
          </p:nvCxnSpPr>
          <p:spPr>
            <a:xfrm rot="10800000">
              <a:off x="742370" y="4228137"/>
              <a:ext cx="6156759" cy="446587"/>
            </a:xfrm>
            <a:prstGeom prst="bentConnector2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2E0098-5B4B-87F6-AAAC-117E3561CDB7}"/>
                </a:ext>
              </a:extLst>
            </p:cNvPr>
            <p:cNvSpPr txBox="1"/>
            <p:nvPr/>
          </p:nvSpPr>
          <p:spPr>
            <a:xfrm>
              <a:off x="3087233" y="1950080"/>
              <a:ext cx="278231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en-US" sz="900" dirty="0">
                  <a:solidFill>
                    <a:srgbClr val="313131"/>
                  </a:solidFill>
                  <a:latin typeface="+mj-lt"/>
                </a:rPr>
                <a:t>End-of-Season Performance Projection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CC53DF2-6CC4-ECF2-1A31-5BA284F3E94C}"/>
                </a:ext>
              </a:extLst>
            </p:cNvPr>
            <p:cNvSpPr txBox="1"/>
            <p:nvPr/>
          </p:nvSpPr>
          <p:spPr>
            <a:xfrm>
              <a:off x="6592342" y="1950080"/>
              <a:ext cx="35676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en-US" sz="900" dirty="0">
                  <a:solidFill>
                    <a:srgbClr val="313131"/>
                  </a:solidFill>
                  <a:latin typeface="+mj-lt"/>
                </a:rPr>
                <a:t>Secondary Database: Sampled Down End-of-Season Performance Projection</a:t>
              </a:r>
              <a:endParaRPr lang="pt-PT" sz="900" dirty="0">
                <a:solidFill>
                  <a:srgbClr val="313131"/>
                </a:solidFill>
                <a:latin typeface="+mj-lt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8733269-9BCD-01B3-7AD2-E5FD2B6C7380}"/>
                </a:ext>
              </a:extLst>
            </p:cNvPr>
            <p:cNvSpPr/>
            <p:nvPr/>
          </p:nvSpPr>
          <p:spPr>
            <a:xfrm>
              <a:off x="8592030" y="4386723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+mj-lt"/>
                </a:rPr>
                <a:t>X. OpenAI Module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739F38-9FDB-12BC-6217-F565B275FEF2}"/>
                </a:ext>
              </a:extLst>
            </p:cNvPr>
            <p:cNvCxnSpPr>
              <a:cxnSpLocks/>
              <a:stCxn id="10" idx="1"/>
              <a:endCxn id="21" idx="3"/>
            </p:cNvCxnSpPr>
            <p:nvPr/>
          </p:nvCxnSpPr>
          <p:spPr>
            <a:xfrm flipH="1">
              <a:off x="8159128" y="4674723"/>
              <a:ext cx="432902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1E7C062E-6025-185B-F891-7FB68CB94AFA}"/>
                </a:ext>
              </a:extLst>
            </p:cNvPr>
            <p:cNvSpPr/>
            <p:nvPr/>
          </p:nvSpPr>
          <p:spPr>
            <a:xfrm>
              <a:off x="8592030" y="3313549"/>
              <a:ext cx="1260000" cy="57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050" b="1" i="1" dirty="0">
                  <a:solidFill>
                    <a:srgbClr val="5D666F"/>
                  </a:solidFill>
                  <a:latin typeface="+mj-lt"/>
                </a:rPr>
                <a:t>VII. </a:t>
              </a:r>
              <a:r>
                <a:rPr lang="pt-PT" sz="1050" b="1" i="1" dirty="0">
                  <a:solidFill>
                    <a:srgbClr val="5D666F"/>
                  </a:solidFill>
                </a:rPr>
                <a:t>OpenAI Module</a:t>
              </a:r>
              <a:endParaRPr lang="pt-PT" sz="1050" b="1" i="1" dirty="0">
                <a:solidFill>
                  <a:srgbClr val="5D666F"/>
                </a:solidFill>
                <a:latin typeface="+mj-lt"/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364A0EB-0B76-BFFE-C92F-A12BCE602D4D}"/>
                </a:ext>
              </a:extLst>
            </p:cNvPr>
            <p:cNvCxnSpPr>
              <a:cxnSpLocks/>
              <a:stCxn id="58" idx="1"/>
              <a:endCxn id="5" idx="0"/>
            </p:cNvCxnSpPr>
            <p:nvPr/>
          </p:nvCxnSpPr>
          <p:spPr>
            <a:xfrm rot="10800000" flipV="1">
              <a:off x="742370" y="3601548"/>
              <a:ext cx="3945965" cy="446587"/>
            </a:xfrm>
            <a:prstGeom prst="bentConnector2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591D780-2914-CF15-D202-1E09D81294BC}"/>
                </a:ext>
              </a:extLst>
            </p:cNvPr>
            <p:cNvSpPr txBox="1"/>
            <p:nvPr/>
          </p:nvSpPr>
          <p:spPr>
            <a:xfrm>
              <a:off x="8406204" y="4198729"/>
              <a:ext cx="164655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900" dirty="0">
                  <a:solidFill>
                    <a:srgbClr val="313131"/>
                  </a:solidFill>
                  <a:latin typeface="+mj-lt"/>
                </a:rPr>
                <a:t>Prompt &amp; System Configuration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6945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3482C-F6AE-3E13-540E-4A122EF13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28AB85-767D-677B-2CB5-FC9201D47480}"/>
              </a:ext>
            </a:extLst>
          </p:cNvPr>
          <p:cNvSpPr txBox="1"/>
          <p:nvPr/>
        </p:nvSpPr>
        <p:spPr>
          <a:xfrm>
            <a:off x="433629" y="409433"/>
            <a:ext cx="1483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Tabela resultados</a:t>
            </a:r>
            <a:endParaRPr lang="en-US" b="1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455371-44BB-2DDF-A95F-4BC60E07E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381959"/>
              </p:ext>
            </p:extLst>
          </p:nvPr>
        </p:nvGraphicFramePr>
        <p:xfrm>
          <a:off x="1054038" y="3334544"/>
          <a:ext cx="8971321" cy="1398143"/>
        </p:xfrm>
        <a:graphic>
          <a:graphicData uri="http://schemas.openxmlformats.org/drawingml/2006/table">
            <a:tbl>
              <a:tblPr firstRow="1" firstCol="1" bandRow="1"/>
              <a:tblGrid>
                <a:gridCol w="2049384">
                  <a:extLst>
                    <a:ext uri="{9D8B030D-6E8A-4147-A177-3AD203B41FA5}">
                      <a16:colId xmlns:a16="http://schemas.microsoft.com/office/drawing/2014/main" val="555356915"/>
                    </a:ext>
                  </a:extLst>
                </a:gridCol>
                <a:gridCol w="306434">
                  <a:extLst>
                    <a:ext uri="{9D8B030D-6E8A-4147-A177-3AD203B41FA5}">
                      <a16:colId xmlns:a16="http://schemas.microsoft.com/office/drawing/2014/main" val="1771476633"/>
                    </a:ext>
                  </a:extLst>
                </a:gridCol>
                <a:gridCol w="848383">
                  <a:extLst>
                    <a:ext uri="{9D8B030D-6E8A-4147-A177-3AD203B41FA5}">
                      <a16:colId xmlns:a16="http://schemas.microsoft.com/office/drawing/2014/main" val="1406591398"/>
                    </a:ext>
                  </a:extLst>
                </a:gridCol>
                <a:gridCol w="907429">
                  <a:extLst>
                    <a:ext uri="{9D8B030D-6E8A-4147-A177-3AD203B41FA5}">
                      <a16:colId xmlns:a16="http://schemas.microsoft.com/office/drawing/2014/main" val="3718677631"/>
                    </a:ext>
                  </a:extLst>
                </a:gridCol>
                <a:gridCol w="761209">
                  <a:extLst>
                    <a:ext uri="{9D8B030D-6E8A-4147-A177-3AD203B41FA5}">
                      <a16:colId xmlns:a16="http://schemas.microsoft.com/office/drawing/2014/main" val="2458360625"/>
                    </a:ext>
                  </a:extLst>
                </a:gridCol>
                <a:gridCol w="4098482">
                  <a:extLst>
                    <a:ext uri="{9D8B030D-6E8A-4147-A177-3AD203B41FA5}">
                      <a16:colId xmlns:a16="http://schemas.microsoft.com/office/drawing/2014/main" val="11771001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kern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Proxy Event</a:t>
                      </a:r>
                      <a:endParaRPr lang="en-US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D66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800" kern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Rank</a:t>
                      </a:r>
                      <a:endParaRPr lang="en-US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D66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kern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lang="en-US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D66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High-risk Lift (event/non)</a:t>
                      </a:r>
                      <a:endParaRPr lang="en-US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D66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kern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Risk Lift (event/non)</a:t>
                      </a:r>
                      <a:endParaRPr lang="en-US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D66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kern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Why</a:t>
                      </a:r>
                      <a:endParaRPr lang="en-US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D66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244365"/>
                  </a:ext>
                </a:extLst>
              </a:tr>
              <a:tr h="190500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5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Pre-injury-flip (none → non-none next week, persistent)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b="1" kern="0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750" b="1" kern="100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Indices_only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b="1" kern="0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3.227</a:t>
                      </a:r>
                      <a:endParaRPr lang="en-US" sz="750" b="1" kern="100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b="1" kern="0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1.481</a:t>
                      </a:r>
                      <a:endParaRPr lang="en-US" sz="750" b="1" kern="100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5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Strong positive enrichment, composite indices detect weeks before persistent injury status change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49234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b="1" kern="0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750" b="1" kern="100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IF_only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0.839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1.002</a:t>
                      </a:r>
                      <a:endParaRPr lang="en-US" sz="7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5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meaningful enrichment, anomaly detection on workload alone doesn’t align well with injury flips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97512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b="1" kern="0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750" b="1" kern="100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ker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IF_plus_indices</a:t>
                      </a:r>
                      <a:endParaRPr lang="en-US" sz="7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0.839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1.002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5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Same as </a:t>
                      </a:r>
                      <a:r>
                        <a:rPr lang="en-US" sz="750" kern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IF_only</a:t>
                      </a:r>
                      <a:r>
                        <a:rPr lang="en-US" sz="75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adding indices didn’t improve lift here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069507"/>
                  </a:ext>
                </a:extLst>
              </a:tr>
              <a:tr h="190500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5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Pre-gap (gap &gt; 1 week, not a bye, snap-drop on return)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b="1" kern="0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750" b="1" kern="100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IF_only</a:t>
                      </a:r>
                      <a:endParaRPr lang="en-US" sz="7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b="1" kern="0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0.403</a:t>
                      </a:r>
                      <a:endParaRPr lang="en-US" sz="750" b="1" kern="100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b="1" kern="0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1.023</a:t>
                      </a:r>
                      <a:endParaRPr lang="en-US" sz="750" b="1" kern="100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5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Weak, marginal lift, likely noise, no actionable signal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628241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11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b="1" kern="0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750" b="1" kern="100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Indices_only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b="1" kern="0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0.403</a:t>
                      </a:r>
                      <a:endParaRPr lang="en-US" sz="750" b="1" kern="100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b="1" kern="0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1.023</a:t>
                      </a:r>
                      <a:endParaRPr lang="en-US" sz="750" b="1" kern="100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5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Weak, same as </a:t>
                      </a:r>
                      <a:r>
                        <a:rPr lang="en-US" sz="750" kern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IF_only</a:t>
                      </a:r>
                      <a:r>
                        <a:rPr lang="en-US" sz="75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no additional benefit from indices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22286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11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b="1" kern="0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750" b="1" kern="100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IF_plus_indices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0.000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75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0.983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5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signal, combining indices with IF may have diluted sparse signal present in gap proxy</a:t>
                      </a:r>
                      <a:endParaRPr lang="en-US" sz="7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282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992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DA9D7-820D-6124-5B7F-EA0D4D721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F0A6B6-6945-337D-2F68-5139A1E5C30B}"/>
              </a:ext>
            </a:extLst>
          </p:cNvPr>
          <p:cNvSpPr txBox="1"/>
          <p:nvPr/>
        </p:nvSpPr>
        <p:spPr>
          <a:xfrm>
            <a:off x="433629" y="409433"/>
            <a:ext cx="148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Blockchain</a:t>
            </a:r>
            <a:endParaRPr lang="en-US" b="1" dirty="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BC76DA3-3CD8-04BF-7CC0-02CE969BD9B1}"/>
              </a:ext>
            </a:extLst>
          </p:cNvPr>
          <p:cNvGrpSpPr/>
          <p:nvPr/>
        </p:nvGrpSpPr>
        <p:grpSpPr>
          <a:xfrm>
            <a:off x="1318994" y="2551112"/>
            <a:ext cx="8372517" cy="2453494"/>
            <a:chOff x="1318994" y="2551112"/>
            <a:chExt cx="8372517" cy="2453494"/>
          </a:xfrm>
        </p:grpSpPr>
        <p:sp>
          <p:nvSpPr>
            <p:cNvPr id="63" name="Trapezoid 62">
              <a:extLst>
                <a:ext uri="{FF2B5EF4-FFF2-40B4-BE49-F238E27FC236}">
                  <a16:creationId xmlns:a16="http://schemas.microsoft.com/office/drawing/2014/main" id="{C876FDBE-8C93-9056-341A-0C44AF268776}"/>
                </a:ext>
              </a:extLst>
            </p:cNvPr>
            <p:cNvSpPr/>
            <p:nvPr/>
          </p:nvSpPr>
          <p:spPr>
            <a:xfrm rot="10800000">
              <a:off x="3164429" y="3426488"/>
              <a:ext cx="1328122" cy="840746"/>
            </a:xfrm>
            <a:prstGeom prst="trapezoid">
              <a:avLst>
                <a:gd name="adj" fmla="val 37026"/>
              </a:avLst>
            </a:prstGeom>
            <a:gradFill flip="none" rotWithShape="1">
              <a:gsLst>
                <a:gs pos="0">
                  <a:srgbClr val="BFD630"/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D28E5D3-FB79-169B-505C-943A11D9E3EE}"/>
                </a:ext>
              </a:extLst>
            </p:cNvPr>
            <p:cNvSpPr/>
            <p:nvPr/>
          </p:nvSpPr>
          <p:spPr>
            <a:xfrm>
              <a:off x="4735554" y="4323507"/>
              <a:ext cx="841769" cy="384808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2024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52C6105-7A27-149B-6632-75C72328C1D3}"/>
                </a:ext>
              </a:extLst>
            </p:cNvPr>
            <p:cNvSpPr/>
            <p:nvPr/>
          </p:nvSpPr>
          <p:spPr>
            <a:xfrm>
              <a:off x="6063327" y="4323507"/>
              <a:ext cx="841769" cy="384808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2023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4B62FBC-95EC-774B-6907-8DF11EDF372D}"/>
                </a:ext>
              </a:extLst>
            </p:cNvPr>
            <p:cNvCxnSpPr>
              <a:cxnSpLocks/>
              <a:stCxn id="29" idx="3"/>
              <a:endCxn id="30" idx="1"/>
            </p:cNvCxnSpPr>
            <p:nvPr/>
          </p:nvCxnSpPr>
          <p:spPr>
            <a:xfrm>
              <a:off x="5577322" y="4515912"/>
              <a:ext cx="486005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C2255FD-F920-0886-1A7B-F58FFFB1F73B}"/>
                </a:ext>
              </a:extLst>
            </p:cNvPr>
            <p:cNvCxnSpPr>
              <a:cxnSpLocks/>
              <a:stCxn id="30" idx="3"/>
              <a:endCxn id="22" idx="1"/>
            </p:cNvCxnSpPr>
            <p:nvPr/>
          </p:nvCxnSpPr>
          <p:spPr>
            <a:xfrm>
              <a:off x="6905096" y="4515912"/>
              <a:ext cx="486005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0B8027D-EAD2-5438-1119-B4938639BE68}"/>
                </a:ext>
              </a:extLst>
            </p:cNvPr>
            <p:cNvSpPr/>
            <p:nvPr/>
          </p:nvSpPr>
          <p:spPr>
            <a:xfrm>
              <a:off x="8718872" y="4323507"/>
              <a:ext cx="841769" cy="384808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...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6AB9A8E-227F-BE33-001D-4A77071454A3}"/>
                </a:ext>
              </a:extLst>
            </p:cNvPr>
            <p:cNvSpPr/>
            <p:nvPr/>
          </p:nvSpPr>
          <p:spPr>
            <a:xfrm>
              <a:off x="7391100" y="4323507"/>
              <a:ext cx="841769" cy="384808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2022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351809E-CEF5-FA06-82FD-FF27DF6977CD}"/>
                </a:ext>
              </a:extLst>
            </p:cNvPr>
            <p:cNvCxnSpPr>
              <a:cxnSpLocks/>
              <a:stCxn id="22" idx="3"/>
              <a:endCxn id="24" idx="1"/>
            </p:cNvCxnSpPr>
            <p:nvPr/>
          </p:nvCxnSpPr>
          <p:spPr>
            <a:xfrm>
              <a:off x="8232869" y="4515911"/>
              <a:ext cx="486003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E5818AD-F920-BAA6-16DB-2692797BA629}"/>
                </a:ext>
              </a:extLst>
            </p:cNvPr>
            <p:cNvCxnSpPr>
              <a:cxnSpLocks/>
              <a:stCxn id="10" idx="3"/>
              <a:endCxn id="29" idx="1"/>
            </p:cNvCxnSpPr>
            <p:nvPr/>
          </p:nvCxnSpPr>
          <p:spPr>
            <a:xfrm>
              <a:off x="4249550" y="4515911"/>
              <a:ext cx="486004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F4BC421-8BD8-7B77-FD15-CAA58ABD365A}"/>
                </a:ext>
              </a:extLst>
            </p:cNvPr>
            <p:cNvSpPr/>
            <p:nvPr/>
          </p:nvSpPr>
          <p:spPr>
            <a:xfrm>
              <a:off x="3293554" y="4028013"/>
              <a:ext cx="1054032" cy="97659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BFD63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7717C69-6A40-B665-D88D-BBE28C828DD5}"/>
                </a:ext>
              </a:extLst>
            </p:cNvPr>
            <p:cNvCxnSpPr>
              <a:cxnSpLocks/>
              <a:stCxn id="41" idx="7"/>
            </p:cNvCxnSpPr>
            <p:nvPr/>
          </p:nvCxnSpPr>
          <p:spPr>
            <a:xfrm flipV="1">
              <a:off x="4193226" y="3426488"/>
              <a:ext cx="320891" cy="74454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8BCEDC9-156F-759F-A70B-0CF28E1935F1}"/>
                </a:ext>
              </a:extLst>
            </p:cNvPr>
            <p:cNvCxnSpPr>
              <a:cxnSpLocks/>
              <a:stCxn id="41" idx="1"/>
            </p:cNvCxnSpPr>
            <p:nvPr/>
          </p:nvCxnSpPr>
          <p:spPr>
            <a:xfrm flipH="1" flipV="1">
              <a:off x="3159758" y="3426488"/>
              <a:ext cx="288155" cy="74454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3EA0479-F1FC-BC47-ABC8-36E02CCB056D}"/>
                </a:ext>
              </a:extLst>
            </p:cNvPr>
            <p:cNvSpPr/>
            <p:nvPr/>
          </p:nvSpPr>
          <p:spPr>
            <a:xfrm>
              <a:off x="3127022" y="2551112"/>
              <a:ext cx="6564489" cy="8753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01E67E7-4540-A345-0282-B082D3EB1ECA}"/>
                </a:ext>
              </a:extLst>
            </p:cNvPr>
            <p:cNvCxnSpPr>
              <a:cxnSpLocks/>
            </p:cNvCxnSpPr>
            <p:nvPr/>
          </p:nvCxnSpPr>
          <p:spPr>
            <a:xfrm>
              <a:off x="3127022" y="2551112"/>
              <a:ext cx="6552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D6E7CA8-8501-6FF7-22AF-5CCC2807E91D}"/>
                </a:ext>
              </a:extLst>
            </p:cNvPr>
            <p:cNvCxnSpPr>
              <a:cxnSpLocks/>
            </p:cNvCxnSpPr>
            <p:nvPr/>
          </p:nvCxnSpPr>
          <p:spPr>
            <a:xfrm>
              <a:off x="3127022" y="3426488"/>
              <a:ext cx="6552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FE762F06-5604-CD40-80C3-75428E8384D5}"/>
                </a:ext>
              </a:extLst>
            </p:cNvPr>
            <p:cNvSpPr/>
            <p:nvPr/>
          </p:nvSpPr>
          <p:spPr>
            <a:xfrm>
              <a:off x="4735554" y="2796396"/>
              <a:ext cx="841769" cy="38480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Game 2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1FB4E3A-254D-C528-4DC2-27E63D79D3C6}"/>
                </a:ext>
              </a:extLst>
            </p:cNvPr>
            <p:cNvSpPr/>
            <p:nvPr/>
          </p:nvSpPr>
          <p:spPr>
            <a:xfrm>
              <a:off x="6063327" y="2796396"/>
              <a:ext cx="841769" cy="38480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Game 3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16278014-3D8A-B671-1D5E-21A0E95BD030}"/>
                </a:ext>
              </a:extLst>
            </p:cNvPr>
            <p:cNvCxnSpPr>
              <a:cxnSpLocks/>
            </p:cNvCxnSpPr>
            <p:nvPr/>
          </p:nvCxnSpPr>
          <p:spPr>
            <a:xfrm>
              <a:off x="5577322" y="2988800"/>
              <a:ext cx="486005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B7E65C3-687C-B349-8086-9614C5E6FFB9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6905096" y="2988800"/>
              <a:ext cx="486005" cy="1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7D77B522-E60E-77F3-3F43-44BC3E171A0A}"/>
                </a:ext>
              </a:extLst>
            </p:cNvPr>
            <p:cNvSpPr/>
            <p:nvPr/>
          </p:nvSpPr>
          <p:spPr>
            <a:xfrm>
              <a:off x="3407781" y="2796396"/>
              <a:ext cx="841769" cy="38480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Game 1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3D5CA7B-4A2B-C81C-145D-DE1CFF34DE3F}"/>
                </a:ext>
              </a:extLst>
            </p:cNvPr>
            <p:cNvSpPr/>
            <p:nvPr/>
          </p:nvSpPr>
          <p:spPr>
            <a:xfrm>
              <a:off x="8718872" y="2796396"/>
              <a:ext cx="841769" cy="38480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...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E2BA72FC-E241-66A3-36B3-ACD9E8CCC8E4}"/>
                </a:ext>
              </a:extLst>
            </p:cNvPr>
            <p:cNvSpPr/>
            <p:nvPr/>
          </p:nvSpPr>
          <p:spPr>
            <a:xfrm>
              <a:off x="7391100" y="2796396"/>
              <a:ext cx="841769" cy="38480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BFD63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rgbClr val="5D666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Game 4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82E0688-0000-77F0-9AA2-8044D69460FD}"/>
                </a:ext>
              </a:extLst>
            </p:cNvPr>
            <p:cNvCxnSpPr>
              <a:cxnSpLocks/>
            </p:cNvCxnSpPr>
            <p:nvPr/>
          </p:nvCxnSpPr>
          <p:spPr>
            <a:xfrm>
              <a:off x="8232869" y="2988800"/>
              <a:ext cx="486004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79DD19B3-AB09-7C34-8FCB-19AD45218C08}"/>
                </a:ext>
              </a:extLst>
            </p:cNvPr>
            <p:cNvCxnSpPr>
              <a:cxnSpLocks/>
            </p:cNvCxnSpPr>
            <p:nvPr/>
          </p:nvCxnSpPr>
          <p:spPr>
            <a:xfrm>
              <a:off x="4249549" y="2988800"/>
              <a:ext cx="486005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D34CE02-BA2B-CE1D-9C5C-70AA8A39080C}"/>
                </a:ext>
              </a:extLst>
            </p:cNvPr>
            <p:cNvSpPr/>
            <p:nvPr/>
          </p:nvSpPr>
          <p:spPr>
            <a:xfrm>
              <a:off x="3407781" y="4323507"/>
              <a:ext cx="841769" cy="384808"/>
            </a:xfrm>
            <a:prstGeom prst="roundRect">
              <a:avLst/>
            </a:prstGeom>
            <a:solidFill>
              <a:srgbClr val="5D666F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18000" tIns="18000" rIns="18000" bIns="18000" rtlCol="0" anchor="ctr" anchorCtr="0"/>
            <a:lstStyle/>
            <a:p>
              <a:pPr algn="ctr"/>
              <a:r>
                <a:rPr lang="pt-PT" sz="1100" b="1" i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2025</a:t>
              </a:r>
            </a:p>
          </p:txBody>
        </p:sp>
        <p:pic>
          <p:nvPicPr>
            <p:cNvPr id="66" name="Picture 65" descr="A football player holding a football&#10;&#10;AI-generated content may be incorrect.">
              <a:extLst>
                <a:ext uri="{FF2B5EF4-FFF2-40B4-BE49-F238E27FC236}">
                  <a16:creationId xmlns:a16="http://schemas.microsoft.com/office/drawing/2014/main" id="{C55FD92C-A097-B8F5-24C8-4D671169F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8994" y="2551112"/>
              <a:ext cx="1515631" cy="2060045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9CCEB77-72CD-4B02-338B-5991796751A6}"/>
                </a:ext>
              </a:extLst>
            </p:cNvPr>
            <p:cNvSpPr txBox="1"/>
            <p:nvPr/>
          </p:nvSpPr>
          <p:spPr>
            <a:xfrm>
              <a:off x="1432441" y="4588940"/>
              <a:ext cx="12887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4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Player Records</a:t>
              </a:r>
              <a:endParaRPr lang="en-US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3019873-CE1D-B5EF-968A-F1AFBEEE9AA3}"/>
                </a:ext>
              </a:extLst>
            </p:cNvPr>
            <p:cNvSpPr txBox="1"/>
            <p:nvPr/>
          </p:nvSpPr>
          <p:spPr>
            <a:xfrm>
              <a:off x="3605511" y="4170216"/>
              <a:ext cx="44630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700" i="1" dirty="0">
                  <a:solidFill>
                    <a:srgbClr val="31313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Year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58E0182-6A22-8525-3172-37DF33507F22}"/>
                </a:ext>
              </a:extLst>
            </p:cNvPr>
            <p:cNvSpPr txBox="1"/>
            <p:nvPr/>
          </p:nvSpPr>
          <p:spPr>
            <a:xfrm>
              <a:off x="3085816" y="2587252"/>
              <a:ext cx="44630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303"/>
                </a:spcBef>
                <a:buSzPct val="100000"/>
              </a:pPr>
              <a:r>
                <a:rPr lang="pt-PT" sz="700" i="1" dirty="0">
                  <a:solidFill>
                    <a:srgbClr val="31313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Week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9894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7121E4-CC57-8FA1-2455-215C6D0DE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270146"/>
              </p:ext>
            </p:extLst>
          </p:nvPr>
        </p:nvGraphicFramePr>
        <p:xfrm>
          <a:off x="2170078" y="699719"/>
          <a:ext cx="3250938" cy="57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6938">
                  <a:extLst>
                    <a:ext uri="{9D8B030D-6E8A-4147-A177-3AD203B41FA5}">
                      <a16:colId xmlns:a16="http://schemas.microsoft.com/office/drawing/2014/main" val="4087219078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369477659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Parameter</a:t>
                      </a:r>
                      <a:endParaRPr lang="en-US" sz="700" b="1" i="0" u="none" strike="noStrike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5" marR="955" marT="955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5D66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US" sz="700" b="1" i="0" u="none" strike="noStrike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5" marR="955" marT="955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5D66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1168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player_id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Unique identifier for the player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4946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player_name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Full name of the player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86162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 of the player (in years)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03551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position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Player's field position (e.g., LB, DB)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80726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height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Player's height (usually in inches or cm)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61983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Player's weight (usually in </a:t>
                      </a:r>
                      <a:r>
                        <a:rPr lang="en-US" sz="700" i="1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lbs</a:t>
                      </a:r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or kg)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85935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 the player is currently on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3260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NFL week for the data record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3938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games_played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 of games played this season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07661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solo_tackle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 of solo tackles made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642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assisted_tackles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 of assisted tackles made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1072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sack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 of quarterback sacks made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52294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qb_hit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 of hits on the quarterback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21963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interception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 of interceptions made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8934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fumble_forced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 of forced fumbles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0276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total_snaps_played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snaps the player was on the field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8108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defense_snaps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Snaps played on defense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1528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defense_snaps_%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Percentage of team defensive snaps played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9233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team_defense_snaps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defensive snaps by the team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4564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special_teams_snaps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Snaps played on special teams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217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special_teams_snap_rate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Percentage of special teams snaps played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5979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seasons_played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seasons the player has played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8629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active_or_inactive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Whether the player is active or inactive that week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5946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game_surface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of playing surface (e.g., turf, grass)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6778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weather_temperature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Temperature during the game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73192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previous_injury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Whether player had an injury in the past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42733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body_injury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location/type of past injury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65178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weeks_played_consecutively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 of consecutive weeks played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3888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index_defensive_effort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Metric for player’s defensive performance effort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8984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fatigue_index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Measure of player fatigue level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5654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injury_next_week?</a:t>
                      </a:r>
                      <a:endParaRPr lang="en-US" sz="7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i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Whether the player is predicted to be injured next week</a:t>
                      </a:r>
                      <a:endParaRPr lang="en-US" sz="7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955" marT="95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7533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34CA4D-F50F-ADA9-D257-0856C69F2C34}"/>
              </a:ext>
            </a:extLst>
          </p:cNvPr>
          <p:cNvSpPr txBox="1"/>
          <p:nvPr/>
        </p:nvSpPr>
        <p:spPr>
          <a:xfrm>
            <a:off x="136466" y="52802"/>
            <a:ext cx="2073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DB’s Dataset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43723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A5F3B-4C41-BC76-B33E-07714BA6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E470C2-DA91-87F4-C264-6F72EDA05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708060"/>
              </p:ext>
            </p:extLst>
          </p:nvPr>
        </p:nvGraphicFramePr>
        <p:xfrm>
          <a:off x="2170078" y="699719"/>
          <a:ext cx="3250938" cy="48965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6938">
                  <a:extLst>
                    <a:ext uri="{9D8B030D-6E8A-4147-A177-3AD203B41FA5}">
                      <a16:colId xmlns:a16="http://schemas.microsoft.com/office/drawing/2014/main" val="4087219078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369477659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Parameter</a:t>
                      </a:r>
                      <a:endParaRPr lang="en-US" sz="700" b="1" i="0" u="none" strike="noStrike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5" marR="955" marT="955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5D66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US" sz="700" b="1" i="0" u="none" strike="noStrike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5" marR="955" marT="955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5D66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1168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player_id</a:t>
                      </a:r>
                      <a:endParaRPr lang="en-US" sz="700" i="1" u="none" strike="noStrike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Unique identifier for the player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4946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player_name</a:t>
                      </a:r>
                      <a:endParaRPr lang="en-US" sz="700" i="1" u="none" strike="noStrike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Full name of the player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86162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position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Player's playing position (e.g., WR, RB)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03551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NFL season year for the data record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80726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 the player is playing for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61983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Player’s age (in years)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85935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games_played</a:t>
                      </a:r>
                      <a:endParaRPr lang="en-US" sz="700" i="1" u="none" strike="noStrike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 of games the player has played in the season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3260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season_receiving_yards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receiving yards in the season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3938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season_yards_after_catch</a:t>
                      </a:r>
                      <a:endParaRPr lang="en-US" sz="700" i="1" u="none" strike="noStrike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Yards gained after the catch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07661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season_rush_attempts</a:t>
                      </a:r>
                      <a:endParaRPr lang="en-US" sz="700" i="1" u="none" strike="noStrike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rushing attempts in the season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642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season_rushing_yards</a:t>
                      </a:r>
                      <a:endParaRPr lang="en-US" sz="700" i="1" u="none" strike="noStrike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rushing yards in the season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1072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season_tackled_for_loss</a:t>
                      </a:r>
                      <a:endParaRPr lang="en-US" sz="700" i="1" u="none" strike="noStrike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Times tackled behind the line of scrimmage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52294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season_rush_touchdown</a:t>
                      </a:r>
                      <a:endParaRPr lang="en-US" sz="700" i="1" u="none" strike="noStrike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rushing touchdowns scored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21963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season_interception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interceptions thrown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8934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season_fumble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fumbles committed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0276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season_receptions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receptions made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8108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season_targets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times the player was targeted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1528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season_receiving_air_yards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air yards on receptions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9233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season_receiving_touchdown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Receiving touchdowns scored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4564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season_fantasy_points_ppr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PPR fantasy points scored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217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season_total_tds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touchdowns scored (all types)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5979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season_touches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touches (rush + receptions)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8629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season_total_yards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Combined rushing and receiving yards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5946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season_offense_snaps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offensive snaps played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6778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season_team_offense_snaps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offensive snaps by the team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73192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team_contribution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Player’s share of team offensive output</a:t>
                      </a:r>
                    </a:p>
                  </a:txBody>
                  <a:tcPr marL="39201" marR="39201" marT="19601" marB="1960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4273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312F9D-8686-7074-B89C-EF4D1482EDDB}"/>
              </a:ext>
            </a:extLst>
          </p:cNvPr>
          <p:cNvSpPr txBox="1"/>
          <p:nvPr/>
        </p:nvSpPr>
        <p:spPr>
          <a:xfrm>
            <a:off x="136466" y="52802"/>
            <a:ext cx="2895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Offensive players Dataset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93461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11C4C-90DD-7515-B849-9197953B4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5BC414-1145-8319-33A6-E3C798B4B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812442"/>
              </p:ext>
            </p:extLst>
          </p:nvPr>
        </p:nvGraphicFramePr>
        <p:xfrm>
          <a:off x="2170078" y="699719"/>
          <a:ext cx="3250938" cy="48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6938">
                  <a:extLst>
                    <a:ext uri="{9D8B030D-6E8A-4147-A177-3AD203B41FA5}">
                      <a16:colId xmlns:a16="http://schemas.microsoft.com/office/drawing/2014/main" val="4087219078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369477659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Parameter</a:t>
                      </a:r>
                      <a:endParaRPr lang="en-US" sz="700" b="1" i="0" u="none" strike="noStrike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5" marR="955" marT="955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5D66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rgbClr val="BFD63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US" sz="700" b="1" i="0" u="none" strike="noStrike" dirty="0">
                        <a:solidFill>
                          <a:srgbClr val="BFD63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5" marR="955" marT="955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5D66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1168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kCal_Out</a:t>
                      </a:r>
                      <a:endParaRPr lang="en-US" sz="700" i="1" u="none" strike="noStrike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calories burned (kcal)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4946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Sodium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Amount of sodium consumed (mg)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86162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kCal_In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calories consumed (kcal)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03551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Carbs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carbohydrate intake (g)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80726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In_bed_duration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time spent in bed (minutes)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61983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totalSleep</a:t>
                      </a:r>
                      <a:endParaRPr lang="en-US" sz="700" i="1" u="none" strike="noStrike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time spent sleeping (minutes)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85935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Iron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Iron intake (mg)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3260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Vitamin_A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Vitamin A intake (mcg)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3938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Calcium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Calcium intake (mg)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07661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Vitamin_C</a:t>
                      </a:r>
                      <a:endParaRPr lang="en-US" sz="700" i="1" u="none" strike="noStrike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Vitamin C intake (mg)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642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maxHR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Maximum heart rate recorded (bpm)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1072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Potassium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Potassium intake (mg)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52294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averageHR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heart rate (bpm)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21963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Light_sleep_duration</a:t>
                      </a:r>
                      <a:endParaRPr lang="en-US" sz="700" i="1" u="none" strike="noStrike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spent in light sleep (minutes)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8934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Sugar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sugar intake (g)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0276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Fats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fat intake (g)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8108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HRV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Heart rate variability (</a:t>
                      </a:r>
                      <a:r>
                        <a:rPr lang="en-US" sz="700" i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ms</a:t>
                      </a:r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1528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REM_Duration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spent in REM sleep (minutes)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9233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Deep_SWS_duration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spent in deep (slow-wave) sleep (minutes)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4564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Protein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protein intake (g)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217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Strain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 strain or exertion score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5979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saturatedFat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Saturated fat intake (g)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8629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awakeDuration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awake during the night (minutes)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5946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Overall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Overall recovery or wellness score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6778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RPE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Rate of perceived exertion (0–10 scale)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73192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Cholesterol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7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cholesterol intake (mg)</a:t>
                      </a:r>
                    </a:p>
                  </a:txBody>
                  <a:tcPr marL="40290" marR="40290" marT="20145" marB="201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4273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62B004-8E8E-F430-5258-DBE362FA407B}"/>
              </a:ext>
            </a:extLst>
          </p:cNvPr>
          <p:cNvSpPr txBox="1"/>
          <p:nvPr/>
        </p:nvSpPr>
        <p:spPr>
          <a:xfrm>
            <a:off x="136466" y="52802"/>
            <a:ext cx="2710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Justin Hilliard Dataset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2804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4A110-35DA-ABBD-4EF4-27D0974E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2AB0CCF-C1F1-CC4E-7E25-29EA04947734}"/>
              </a:ext>
            </a:extLst>
          </p:cNvPr>
          <p:cNvGrpSpPr/>
          <p:nvPr/>
        </p:nvGrpSpPr>
        <p:grpSpPr>
          <a:xfrm>
            <a:off x="1635122" y="1749230"/>
            <a:ext cx="9742124" cy="3114087"/>
            <a:chOff x="-176093" y="1607820"/>
            <a:chExt cx="11394776" cy="3642360"/>
          </a:xfrm>
        </p:grpSpPr>
        <p:pic>
          <p:nvPicPr>
            <p:cNvPr id="2" name="Picture 1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E95F2E5B-0166-2335-1719-85157FC2A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76093" y="1607820"/>
              <a:ext cx="5759450" cy="3642360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Picture 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9469ED9F-4A35-5818-A2F2-6889722DC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40821" y="1607820"/>
              <a:ext cx="5377862" cy="3642360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964258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FF05C-342D-9A8E-8EA8-8354DDF09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581BD15-610C-D3CC-EE91-77E9249102B3}"/>
              </a:ext>
            </a:extLst>
          </p:cNvPr>
          <p:cNvGrpSpPr/>
          <p:nvPr/>
        </p:nvGrpSpPr>
        <p:grpSpPr>
          <a:xfrm>
            <a:off x="1389185" y="1932362"/>
            <a:ext cx="9679109" cy="2175843"/>
            <a:chOff x="-710955" y="1460256"/>
            <a:chExt cx="11779249" cy="2647950"/>
          </a:xfrm>
        </p:grpSpPr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0B74BB5-A073-50BD-59C4-0087619CE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10955" y="1460256"/>
              <a:ext cx="5759450" cy="2647950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81394C54-F2ED-381C-AFAC-757DBAE2A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8844" y="1676474"/>
              <a:ext cx="5759450" cy="2215515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0115771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LLINECOLOR1" val="2696430"/>
  <p:tag name="FILLLINECOLOR2" val="13947900"/>
  <p:tag name="FILLLINECOLOR3" val="11118584"/>
  <p:tag name="FILLLINECOLOR4" val="8355061"/>
  <p:tag name="FILLLINECOLOR5" val="1249215"/>
  <p:tag name="FILLLINECOLOR6" val="854655"/>
  <p:tag name="FILLLINECOLOR7" val="1709973"/>
  <p:tag name="FILLLINECOLOR8" val="13026550"/>
  <p:tag name="FILLLINECOLOR9" val="9210605"/>
  <p:tag name="FILLLINECOLOR10" val="5459940"/>
  <p:tag name="FILLLINECOLOR11" val="1249648"/>
  <p:tag name="FILLLINECOLOR12" val="855114"/>
  <p:tag name="FILLLINECOLOR13" val="15921906"/>
  <p:tag name="FILLLINECOLOR14" val="14277081"/>
  <p:tag name="FILLLINECOLOR15" val="12566463"/>
  <p:tag name="FILLLINECOLOR16" val="10921638"/>
  <p:tag name="FILLLINECOLOR17" val="8355711"/>
  <p:tag name="FILLLINECOLOR18" val="5855577"/>
  <p:tag name="FILLLINECOLOR19" val="0"/>
  <p:tag name="FILLLINECOLOR20" val="16777215"/>
  <p:tag name="FILLLINECOLOR22" val="65535"/>
  <p:tag name="FILLLINECOLOR23" val="49407"/>
  <p:tag name="FILLLINECOLOR24" val="255"/>
  <p:tag name="FONTCOLORNUMBER1" val="1"/>
  <p:tag name="FONTCOLORNUMBER2" val="7"/>
  <p:tag name="FONTCOLORNUMBER3" val="15"/>
  <p:tag name="FONTCOLORNUMBER4" val="17"/>
  <p:tag name="FONTCOLORNUMBER5" val="19"/>
  <p:tag name="FONTCOLORNUMBER6" val="20"/>
  <p:tag name="FONTCOLOR1" val="2696430"/>
  <p:tag name="FONTCOLOR2" val="1709973"/>
  <p:tag name="FONTCOLOR3" val="12566463"/>
  <p:tag name="FONTCOLOR4" val="8355711"/>
  <p:tag name="FONTCOLOR5" val="0"/>
  <p:tag name="FONTCOLOR6" val="167772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8053</TotalTime>
  <Words>1265</Words>
  <Application>Microsoft Office PowerPoint</Application>
  <PresentationFormat>Widescreen</PresentationFormat>
  <Paragraphs>296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Godinho, Diogo Domingues</dc:creator>
  <cp:lastModifiedBy>Godinho, Diogo Domingues</cp:lastModifiedBy>
  <cp:revision>1</cp:revision>
  <dcterms:created xsi:type="dcterms:W3CDTF">2025-10-24T13:11:49Z</dcterms:created>
  <dcterms:modified xsi:type="dcterms:W3CDTF">2025-11-29T19:01:55Z</dcterms:modified>
</cp:coreProperties>
</file>