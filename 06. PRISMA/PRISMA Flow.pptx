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630"/>
    <a:srgbClr val="5D6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F36A64-9D9E-452E-8C45-4F67A1B31095}" v="69" dt="2025-09-30T16:18:14.8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104" d="100"/>
          <a:sy n="104" d="100"/>
        </p:scale>
        <p:origin x="4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dinho, Diogo Domingues" userId="68415512-f182-46f9-920b-5b7a9e17a769" providerId="ADAL" clId="{B0F36A64-9D9E-452E-8C45-4F67A1B31095}"/>
    <pc:docChg chg="undo custSel addSld delSld modSld">
      <pc:chgData name="Godinho, Diogo Domingues" userId="68415512-f182-46f9-920b-5b7a9e17a769" providerId="ADAL" clId="{B0F36A64-9D9E-452E-8C45-4F67A1B31095}" dt="2025-09-30T16:18:57.611" v="941" actId="20577"/>
      <pc:docMkLst>
        <pc:docMk/>
      </pc:docMkLst>
      <pc:sldChg chg="del">
        <pc:chgData name="Godinho, Diogo Domingues" userId="68415512-f182-46f9-920b-5b7a9e17a769" providerId="ADAL" clId="{B0F36A64-9D9E-452E-8C45-4F67A1B31095}" dt="2025-09-29T16:04:32.896" v="587" actId="47"/>
        <pc:sldMkLst>
          <pc:docMk/>
          <pc:sldMk cId="2075093426" sldId="256"/>
        </pc:sldMkLst>
      </pc:sldChg>
      <pc:sldChg chg="del mod modShow">
        <pc:chgData name="Godinho, Diogo Domingues" userId="68415512-f182-46f9-920b-5b7a9e17a769" providerId="ADAL" clId="{B0F36A64-9D9E-452E-8C45-4F67A1B31095}" dt="2025-09-29T16:04:32.896" v="587" actId="47"/>
        <pc:sldMkLst>
          <pc:docMk/>
          <pc:sldMk cId="2268015176" sldId="257"/>
        </pc:sldMkLst>
      </pc:sldChg>
      <pc:sldChg chg="addSp delSp modSp mod">
        <pc:chgData name="Godinho, Diogo Domingues" userId="68415512-f182-46f9-920b-5b7a9e17a769" providerId="ADAL" clId="{B0F36A64-9D9E-452E-8C45-4F67A1B31095}" dt="2025-09-30T16:18:57.611" v="941" actId="20577"/>
        <pc:sldMkLst>
          <pc:docMk/>
          <pc:sldMk cId="2479519431" sldId="258"/>
        </pc:sldMkLst>
        <pc:spChg chg="mod">
          <ac:chgData name="Godinho, Diogo Domingues" userId="68415512-f182-46f9-920b-5b7a9e17a769" providerId="ADAL" clId="{B0F36A64-9D9E-452E-8C45-4F67A1B31095}" dt="2025-09-30T16:15:44.943" v="817" actId="20577"/>
          <ac:spMkLst>
            <pc:docMk/>
            <pc:sldMk cId="2479519431" sldId="258"/>
            <ac:spMk id="4" creationId="{95285FBF-DDA1-62E8-B791-D69AF338CE46}"/>
          </ac:spMkLst>
        </pc:spChg>
        <pc:spChg chg="mod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5" creationId="{C5F6F6EB-3ED7-0E5D-AABB-4D473CAEB963}"/>
          </ac:spMkLst>
        </pc:spChg>
        <pc:spChg chg="mod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6" creationId="{3B11F718-17D6-690B-1099-2AE3B0E96730}"/>
          </ac:spMkLst>
        </pc:spChg>
        <pc:spChg chg="mod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7" creationId="{E231842A-3C3C-1A09-1B11-1C8C1B684050}"/>
          </ac:spMkLst>
        </pc:spChg>
        <pc:spChg chg="del mod">
          <ac:chgData name="Godinho, Diogo Domingues" userId="68415512-f182-46f9-920b-5b7a9e17a769" providerId="ADAL" clId="{B0F36A64-9D9E-452E-8C45-4F67A1B31095}" dt="2025-09-29T15:15:31.573" v="205" actId="478"/>
          <ac:spMkLst>
            <pc:docMk/>
            <pc:sldMk cId="2479519431" sldId="258"/>
            <ac:spMk id="8" creationId="{AC460D69-31C0-FA2D-E26B-6C507E7CA680}"/>
          </ac:spMkLst>
        </pc:spChg>
        <pc:spChg chg="add mod">
          <ac:chgData name="Godinho, Diogo Domingues" userId="68415512-f182-46f9-920b-5b7a9e17a769" providerId="ADAL" clId="{B0F36A64-9D9E-452E-8C45-4F67A1B31095}" dt="2025-09-30T16:10:27.773" v="775" actId="20577"/>
          <ac:spMkLst>
            <pc:docMk/>
            <pc:sldMk cId="2479519431" sldId="258"/>
            <ac:spMk id="9" creationId="{F078929E-AAE7-E8F7-19F0-8D417BF38AD4}"/>
          </ac:spMkLst>
        </pc:spChg>
        <pc:spChg chg="mod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10" creationId="{09EDFCB2-D1A9-944B-6554-245E2EBA1FF1}"/>
          </ac:spMkLst>
        </pc:spChg>
        <pc:spChg chg="add mod">
          <ac:chgData name="Godinho, Diogo Domingues" userId="68415512-f182-46f9-920b-5b7a9e17a769" providerId="ADAL" clId="{B0F36A64-9D9E-452E-8C45-4F67A1B31095}" dt="2025-09-30T16:13:06.534" v="814" actId="20577"/>
          <ac:spMkLst>
            <pc:docMk/>
            <pc:sldMk cId="2479519431" sldId="258"/>
            <ac:spMk id="12" creationId="{49230E8A-2FCE-BE10-0DE5-62403294646F}"/>
          </ac:spMkLst>
        </pc:spChg>
        <pc:spChg chg="mod topLvl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13" creationId="{A86E7D94-6B49-AA3C-4D3D-01498DB760B4}"/>
          </ac:spMkLst>
        </pc:spChg>
        <pc:spChg chg="mod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14" creationId="{98F51E59-4F8F-4BCB-A04F-4A2845921C78}"/>
          </ac:spMkLst>
        </pc:spChg>
        <pc:spChg chg="mod topLvl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15" creationId="{2514EA77-9413-11E7-AD9B-15B0FD2DE965}"/>
          </ac:spMkLst>
        </pc:spChg>
        <pc:spChg chg="del">
          <ac:chgData name="Godinho, Diogo Domingues" userId="68415512-f182-46f9-920b-5b7a9e17a769" providerId="ADAL" clId="{B0F36A64-9D9E-452E-8C45-4F67A1B31095}" dt="2025-09-29T15:22:07.597" v="397" actId="478"/>
          <ac:spMkLst>
            <pc:docMk/>
            <pc:sldMk cId="2479519431" sldId="258"/>
            <ac:spMk id="16" creationId="{ACB9F5D5-4923-3302-09B5-EB52A85A150B}"/>
          </ac:spMkLst>
        </pc:spChg>
        <pc:spChg chg="add mod">
          <ac:chgData name="Godinho, Diogo Domingues" userId="68415512-f182-46f9-920b-5b7a9e17a769" providerId="ADAL" clId="{B0F36A64-9D9E-452E-8C45-4F67A1B31095}" dt="2025-09-30T16:17:31.863" v="896" actId="1076"/>
          <ac:spMkLst>
            <pc:docMk/>
            <pc:sldMk cId="2479519431" sldId="258"/>
            <ac:spMk id="16" creationId="{E9D17E16-9EC8-EE38-F802-DBB42AA87034}"/>
          </ac:spMkLst>
        </pc:spChg>
        <pc:spChg chg="mod topLvl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17" creationId="{AE440285-D3FC-84B6-021D-029C0CB03909}"/>
          </ac:spMkLst>
        </pc:spChg>
        <pc:spChg chg="mod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18" creationId="{72AD8A16-6130-28B9-D2F2-69154705E494}"/>
          </ac:spMkLst>
        </pc:spChg>
        <pc:spChg chg="add mod">
          <ac:chgData name="Godinho, Diogo Domingues" userId="68415512-f182-46f9-920b-5b7a9e17a769" providerId="ADAL" clId="{B0F36A64-9D9E-452E-8C45-4F67A1B31095}" dt="2025-09-30T16:18:57.611" v="941" actId="20577"/>
          <ac:spMkLst>
            <pc:docMk/>
            <pc:sldMk cId="2479519431" sldId="258"/>
            <ac:spMk id="19" creationId="{94D263B3-27B3-01CC-65E7-947E844C4AFC}"/>
          </ac:spMkLst>
        </pc:spChg>
        <pc:spChg chg="del mod">
          <ac:chgData name="Godinho, Diogo Domingues" userId="68415512-f182-46f9-920b-5b7a9e17a769" providerId="ADAL" clId="{B0F36A64-9D9E-452E-8C45-4F67A1B31095}" dt="2025-09-29T15:15:46.205" v="211" actId="478"/>
          <ac:spMkLst>
            <pc:docMk/>
            <pc:sldMk cId="2479519431" sldId="258"/>
            <ac:spMk id="19" creationId="{D1AE68F1-A61B-53C1-72A2-BD3E001B9720}"/>
          </ac:spMkLst>
        </pc:spChg>
        <pc:spChg chg="del mod">
          <ac:chgData name="Godinho, Diogo Domingues" userId="68415512-f182-46f9-920b-5b7a9e17a769" providerId="ADAL" clId="{B0F36A64-9D9E-452E-8C45-4F67A1B31095}" dt="2025-09-29T15:15:47.783" v="212" actId="478"/>
          <ac:spMkLst>
            <pc:docMk/>
            <pc:sldMk cId="2479519431" sldId="258"/>
            <ac:spMk id="20" creationId="{506F1992-F479-B544-436B-8D17C688BEC9}"/>
          </ac:spMkLst>
        </pc:spChg>
        <pc:spChg chg="del mod">
          <ac:chgData name="Godinho, Diogo Domingues" userId="68415512-f182-46f9-920b-5b7a9e17a769" providerId="ADAL" clId="{B0F36A64-9D9E-452E-8C45-4F67A1B31095}" dt="2025-09-29T15:15:51.900" v="214" actId="478"/>
          <ac:spMkLst>
            <pc:docMk/>
            <pc:sldMk cId="2479519431" sldId="258"/>
            <ac:spMk id="21" creationId="{C49ED917-B3B0-2F7B-B3CB-0C32250EF44D}"/>
          </ac:spMkLst>
        </pc:spChg>
        <pc:spChg chg="del mod">
          <ac:chgData name="Godinho, Diogo Domingues" userId="68415512-f182-46f9-920b-5b7a9e17a769" providerId="ADAL" clId="{B0F36A64-9D9E-452E-8C45-4F67A1B31095}" dt="2025-09-29T15:16:42.577" v="240" actId="478"/>
          <ac:spMkLst>
            <pc:docMk/>
            <pc:sldMk cId="2479519431" sldId="258"/>
            <ac:spMk id="22" creationId="{F3F68F56-C576-68DD-1625-D59F3A8B2E26}"/>
          </ac:spMkLst>
        </pc:spChg>
        <pc:spChg chg="mod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23" creationId="{25CF8569-EE38-029E-0F04-CC9098CA1E05}"/>
          </ac:spMkLst>
        </pc:spChg>
        <pc:spChg chg="del mod">
          <ac:chgData name="Godinho, Diogo Domingues" userId="68415512-f182-46f9-920b-5b7a9e17a769" providerId="ADAL" clId="{B0F36A64-9D9E-452E-8C45-4F67A1B31095}" dt="2025-09-29T15:15:50.457" v="213" actId="478"/>
          <ac:spMkLst>
            <pc:docMk/>
            <pc:sldMk cId="2479519431" sldId="258"/>
            <ac:spMk id="24" creationId="{816ABB69-DAA5-5D98-F895-3149D74E9BCA}"/>
          </ac:spMkLst>
        </pc:spChg>
        <pc:spChg chg="del">
          <ac:chgData name="Godinho, Diogo Domingues" userId="68415512-f182-46f9-920b-5b7a9e17a769" providerId="ADAL" clId="{B0F36A64-9D9E-452E-8C45-4F67A1B31095}" dt="2025-09-29T15:28:32.710" v="514" actId="478"/>
          <ac:spMkLst>
            <pc:docMk/>
            <pc:sldMk cId="2479519431" sldId="258"/>
            <ac:spMk id="28" creationId="{94ADC051-8908-FB35-D98F-47DAF8C6E611}"/>
          </ac:spMkLst>
        </pc:spChg>
        <pc:spChg chg="mod">
          <ac:chgData name="Godinho, Diogo Domingues" userId="68415512-f182-46f9-920b-5b7a9e17a769" providerId="ADAL" clId="{B0F36A64-9D9E-452E-8C45-4F67A1B31095}" dt="2025-09-30T16:17:45.802" v="899" actId="20577"/>
          <ac:spMkLst>
            <pc:docMk/>
            <pc:sldMk cId="2479519431" sldId="258"/>
            <ac:spMk id="31" creationId="{0F8B535D-91E7-F8B1-3F3F-C6ED25792531}"/>
          </ac:spMkLst>
        </pc:spChg>
        <pc:spChg chg="mod topLvl">
          <ac:chgData name="Godinho, Diogo Domingues" userId="68415512-f182-46f9-920b-5b7a9e17a769" providerId="ADAL" clId="{B0F36A64-9D9E-452E-8C45-4F67A1B31095}" dt="2025-09-30T16:15:47.554" v="820" actId="20577"/>
          <ac:spMkLst>
            <pc:docMk/>
            <pc:sldMk cId="2479519431" sldId="258"/>
            <ac:spMk id="35" creationId="{2A8E0153-2700-0572-F7EE-041A13F0726D}"/>
          </ac:spMkLst>
        </pc:spChg>
        <pc:spChg chg="add mod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43" creationId="{B8057378-8929-5E88-9911-15B8A604000D}"/>
          </ac:spMkLst>
        </pc:spChg>
        <pc:spChg chg="add mod">
          <ac:chgData name="Godinho, Diogo Domingues" userId="68415512-f182-46f9-920b-5b7a9e17a769" providerId="ADAL" clId="{B0F36A64-9D9E-452E-8C45-4F67A1B31095}" dt="2025-09-30T14:00:17.486" v="655" actId="164"/>
          <ac:spMkLst>
            <pc:docMk/>
            <pc:sldMk cId="2479519431" sldId="258"/>
            <ac:spMk id="44" creationId="{134BCE57-27E7-CC6E-4F2A-A02977E44C43}"/>
          </ac:spMkLst>
        </pc:spChg>
        <pc:spChg chg="add del mod">
          <ac:chgData name="Godinho, Diogo Domingues" userId="68415512-f182-46f9-920b-5b7a9e17a769" providerId="ADAL" clId="{B0F36A64-9D9E-452E-8C45-4F67A1B31095}" dt="2025-09-30T09:56:32.425" v="603" actId="478"/>
          <ac:spMkLst>
            <pc:docMk/>
            <pc:sldMk cId="2479519431" sldId="258"/>
            <ac:spMk id="58" creationId="{098CBA96-04A9-76A6-BEFE-6E878430D35F}"/>
          </ac:spMkLst>
        </pc:spChg>
        <pc:grpChg chg="add del mod">
          <ac:chgData name="Godinho, Diogo Domingues" userId="68415512-f182-46f9-920b-5b7a9e17a769" providerId="ADAL" clId="{B0F36A64-9D9E-452E-8C45-4F67A1B31095}" dt="2025-09-29T15:12:17.059" v="146" actId="165"/>
          <ac:grpSpMkLst>
            <pc:docMk/>
            <pc:sldMk cId="2479519431" sldId="258"/>
            <ac:grpSpMk id="2" creationId="{20A0DA2D-F556-06CB-8391-AF55CF4423B9}"/>
          </ac:grpSpMkLst>
        </pc:grpChg>
        <pc:grpChg chg="add del mod">
          <ac:chgData name="Godinho, Diogo Domingues" userId="68415512-f182-46f9-920b-5b7a9e17a769" providerId="ADAL" clId="{B0F36A64-9D9E-452E-8C45-4F67A1B31095}" dt="2025-09-29T15:16:23.736" v="225" actId="165"/>
          <ac:grpSpMkLst>
            <pc:docMk/>
            <pc:sldMk cId="2479519431" sldId="258"/>
            <ac:grpSpMk id="3" creationId="{096281B0-79F5-9663-60B6-E0F7DCDF2C87}"/>
          </ac:grpSpMkLst>
        </pc:grpChg>
        <pc:grpChg chg="add mod">
          <ac:chgData name="Godinho, Diogo Domingues" userId="68415512-f182-46f9-920b-5b7a9e17a769" providerId="ADAL" clId="{B0F36A64-9D9E-452E-8C45-4F67A1B31095}" dt="2025-09-30T14:00:17.486" v="655" actId="164"/>
          <ac:grpSpMkLst>
            <pc:docMk/>
            <pc:sldMk cId="2479519431" sldId="258"/>
            <ac:grpSpMk id="8" creationId="{C2C729DE-4886-6DDE-67E6-B86604569B5F}"/>
          </ac:grpSpMkLst>
        </pc:grpChg>
        <pc:picChg chg="add del mod">
          <ac:chgData name="Godinho, Diogo Domingues" userId="68415512-f182-46f9-920b-5b7a9e17a769" providerId="ADAL" clId="{B0F36A64-9D9E-452E-8C45-4F67A1B31095}" dt="2025-09-30T14:00:13.884" v="654" actId="478"/>
          <ac:picMkLst>
            <pc:docMk/>
            <pc:sldMk cId="2479519431" sldId="258"/>
            <ac:picMk id="3" creationId="{B330D8CC-180D-10EB-0BC7-8E41B2232D84}"/>
          </ac:picMkLst>
        </pc:picChg>
        <pc:cxnChg chg="add mod">
          <ac:chgData name="Godinho, Diogo Domingues" userId="68415512-f182-46f9-920b-5b7a9e17a769" providerId="ADAL" clId="{B0F36A64-9D9E-452E-8C45-4F67A1B31095}" dt="2025-09-30T14:00:17.486" v="655" actId="164"/>
          <ac:cxnSpMkLst>
            <pc:docMk/>
            <pc:sldMk cId="2479519431" sldId="258"/>
            <ac:cxnSpMk id="11" creationId="{7285C9C3-8E96-F356-5A91-96142ACA92A2}"/>
          </ac:cxnSpMkLst>
        </pc:cxnChg>
        <pc:cxnChg chg="add mod">
          <ac:chgData name="Godinho, Diogo Domingues" userId="68415512-f182-46f9-920b-5b7a9e17a769" providerId="ADAL" clId="{B0F36A64-9D9E-452E-8C45-4F67A1B31095}" dt="2025-09-30T14:00:17.486" v="655" actId="164"/>
          <ac:cxnSpMkLst>
            <pc:docMk/>
            <pc:sldMk cId="2479519431" sldId="258"/>
            <ac:cxnSpMk id="26" creationId="{C30A3A95-7340-C370-4426-A0A81A14D624}"/>
          </ac:cxnSpMkLst>
        </pc:cxnChg>
        <pc:cxnChg chg="add mod">
          <ac:chgData name="Godinho, Diogo Domingues" userId="68415512-f182-46f9-920b-5b7a9e17a769" providerId="ADAL" clId="{B0F36A64-9D9E-452E-8C45-4F67A1B31095}" dt="2025-09-30T14:00:17.486" v="655" actId="164"/>
          <ac:cxnSpMkLst>
            <pc:docMk/>
            <pc:sldMk cId="2479519431" sldId="258"/>
            <ac:cxnSpMk id="30" creationId="{5C4E906A-B6B7-E1BD-9FDE-A25274DF3B00}"/>
          </ac:cxnSpMkLst>
        </pc:cxnChg>
        <pc:cxnChg chg="add mod">
          <ac:chgData name="Godinho, Diogo Domingues" userId="68415512-f182-46f9-920b-5b7a9e17a769" providerId="ADAL" clId="{B0F36A64-9D9E-452E-8C45-4F67A1B31095}" dt="2025-09-30T14:00:17.486" v="655" actId="164"/>
          <ac:cxnSpMkLst>
            <pc:docMk/>
            <pc:sldMk cId="2479519431" sldId="258"/>
            <ac:cxnSpMk id="34" creationId="{7C7AECEE-C2D5-15A9-D1BE-7070FB2BA442}"/>
          </ac:cxnSpMkLst>
        </pc:cxnChg>
        <pc:cxnChg chg="add mod">
          <ac:chgData name="Godinho, Diogo Domingues" userId="68415512-f182-46f9-920b-5b7a9e17a769" providerId="ADAL" clId="{B0F36A64-9D9E-452E-8C45-4F67A1B31095}" dt="2025-09-30T14:00:17.486" v="655" actId="164"/>
          <ac:cxnSpMkLst>
            <pc:docMk/>
            <pc:sldMk cId="2479519431" sldId="258"/>
            <ac:cxnSpMk id="38" creationId="{E84A8F72-4609-5DCA-8B93-73682215BD45}"/>
          </ac:cxnSpMkLst>
        </pc:cxnChg>
        <pc:cxnChg chg="add mod">
          <ac:chgData name="Godinho, Diogo Domingues" userId="68415512-f182-46f9-920b-5b7a9e17a769" providerId="ADAL" clId="{B0F36A64-9D9E-452E-8C45-4F67A1B31095}" dt="2025-09-30T14:00:17.486" v="655" actId="164"/>
          <ac:cxnSpMkLst>
            <pc:docMk/>
            <pc:sldMk cId="2479519431" sldId="258"/>
            <ac:cxnSpMk id="45" creationId="{0D044988-ED52-0A1D-4F48-51CD38C8945B}"/>
          </ac:cxnSpMkLst>
        </pc:cxnChg>
        <pc:cxnChg chg="add mod">
          <ac:chgData name="Godinho, Diogo Domingues" userId="68415512-f182-46f9-920b-5b7a9e17a769" providerId="ADAL" clId="{B0F36A64-9D9E-452E-8C45-4F67A1B31095}" dt="2025-09-30T14:00:17.486" v="655" actId="164"/>
          <ac:cxnSpMkLst>
            <pc:docMk/>
            <pc:sldMk cId="2479519431" sldId="258"/>
            <ac:cxnSpMk id="48" creationId="{66FF5803-D50F-C773-DD81-592E646FE0B8}"/>
          </ac:cxnSpMkLst>
        </pc:cxnChg>
        <pc:cxnChg chg="add mod">
          <ac:chgData name="Godinho, Diogo Domingues" userId="68415512-f182-46f9-920b-5b7a9e17a769" providerId="ADAL" clId="{B0F36A64-9D9E-452E-8C45-4F67A1B31095}" dt="2025-09-30T14:00:17.486" v="655" actId="164"/>
          <ac:cxnSpMkLst>
            <pc:docMk/>
            <pc:sldMk cId="2479519431" sldId="258"/>
            <ac:cxnSpMk id="51" creationId="{2EA12C9C-E2BE-549D-AF21-96D38087F743}"/>
          </ac:cxnSpMkLst>
        </pc:cxnChg>
        <pc:cxnChg chg="add mod">
          <ac:chgData name="Godinho, Diogo Domingues" userId="68415512-f182-46f9-920b-5b7a9e17a769" providerId="ADAL" clId="{B0F36A64-9D9E-452E-8C45-4F67A1B31095}" dt="2025-09-30T14:00:17.486" v="655" actId="164"/>
          <ac:cxnSpMkLst>
            <pc:docMk/>
            <pc:sldMk cId="2479519431" sldId="258"/>
            <ac:cxnSpMk id="55" creationId="{6B5C0A51-7CBE-33D4-F4B1-A19672B82335}"/>
          </ac:cxnSpMkLst>
        </pc:cxnChg>
      </pc:sldChg>
      <pc:sldChg chg="addSp delSp modSp new del mod">
        <pc:chgData name="Godinho, Diogo Domingues" userId="68415512-f182-46f9-920b-5b7a9e17a769" providerId="ADAL" clId="{B0F36A64-9D9E-452E-8C45-4F67A1B31095}" dt="2025-09-30T11:48:12.552" v="610" actId="47"/>
        <pc:sldMkLst>
          <pc:docMk/>
          <pc:sldMk cId="2561247365" sldId="259"/>
        </pc:sldMkLst>
        <pc:spChg chg="del">
          <ac:chgData name="Godinho, Diogo Domingues" userId="68415512-f182-46f9-920b-5b7a9e17a769" providerId="ADAL" clId="{B0F36A64-9D9E-452E-8C45-4F67A1B31095}" dt="2025-09-30T10:58:09.353" v="608" actId="478"/>
          <ac:spMkLst>
            <pc:docMk/>
            <pc:sldMk cId="2561247365" sldId="259"/>
            <ac:spMk id="2" creationId="{C978392D-1A44-EE83-F328-3FCC36954325}"/>
          </ac:spMkLst>
        </pc:spChg>
        <pc:spChg chg="del">
          <ac:chgData name="Godinho, Diogo Domingues" userId="68415512-f182-46f9-920b-5b7a9e17a769" providerId="ADAL" clId="{B0F36A64-9D9E-452E-8C45-4F67A1B31095}" dt="2025-09-30T10:58:09.353" v="608" actId="478"/>
          <ac:spMkLst>
            <pc:docMk/>
            <pc:sldMk cId="2561247365" sldId="259"/>
            <ac:spMk id="3" creationId="{493E930D-76BA-63DF-C669-F0A2E9C2B5C8}"/>
          </ac:spMkLst>
        </pc:spChg>
        <pc:graphicFrameChg chg="add mod">
          <ac:chgData name="Godinho, Diogo Domingues" userId="68415512-f182-46f9-920b-5b7a9e17a769" providerId="ADAL" clId="{B0F36A64-9D9E-452E-8C45-4F67A1B31095}" dt="2025-09-30T10:58:11.433" v="609"/>
          <ac:graphicFrameMkLst>
            <pc:docMk/>
            <pc:sldMk cId="2561247365" sldId="259"/>
            <ac:graphicFrameMk id="4" creationId="{9E0E0994-FBA7-6749-A85F-EE05231A6F4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C137-5417-C2F2-F9B7-555DBD6B4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5E7E4-76AF-E1C2-4182-CA49851D7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17232-6D1E-68E0-CF50-9BC8887A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EDA2D-5124-2192-4781-D1AE7BB2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93F20-EDF9-C413-4803-B7746979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7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35FA-B2CA-3AB3-080E-EE733D8E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1C843-2F0C-7E21-ABEE-A821F980E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1B9C3-26BD-EC9E-2C74-6F931A18B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06C51-E631-4AA0-094D-072AE61B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5AA8F-8991-6D57-2F75-FEE0560A2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88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38C8-12F1-A1FD-3CEB-141A8ABF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A9A53-E5A1-7696-1CBA-3493683DE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CF0DA-A108-3F2A-7DF1-97071A60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2294F-8108-19ED-0FB4-F639E741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1AC07-5438-0AFB-6CA8-60173D5E3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83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116F-45FA-057B-4E99-C93270687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E12D1-432D-6DE1-1471-22BC9ACB4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870D0-7758-6B6F-DBD4-A3F9EAB6B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0A9AC-8637-97C5-2BF5-3926D97BF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57E98-2124-4AAD-653B-B5D1C796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89816-09E3-E55C-C467-C69359B6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55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773C3-B238-3321-497E-79CC31C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64F91-085E-4469-EC42-F1CA135A8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B8854-F4F1-884C-B943-3B26AB179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413608-BE1D-6397-EA1F-6EBAE12ED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76208-91D6-9BFD-567D-326B60E52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A64F4-CA36-DD18-4FDC-1604625F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DBC28-1633-0FB2-7355-46917120D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0C9E5-CE35-BD38-B63D-F6D9F891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06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E0F54-73AB-F25D-AFEE-412ECA24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77563B-757F-DA56-8680-A5FBE89D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030ED-E1E0-FFB0-1710-2A3D2D0B2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299F9-870A-5043-B77C-49836F1EE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70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FBBCB-E0B1-4620-49D8-B783C2CCF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2F2E9-A8C1-0A60-F6D6-50FA940B1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30B82-E545-477A-554D-57E3CF38F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61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8D663-F53B-7EAD-499D-64504C9AE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C9548-2AC8-C4B2-4905-002F5C462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53322-0E74-A58E-BA96-108BF2677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4E8A8-239D-0920-5A2C-3D08787D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4D847-07C0-E8AA-58AD-62AEB1CE0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11215-8E7D-C194-0B9E-8F175869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92E7-0107-389E-23BF-2F986F0D5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5B8EA-C5DE-4C40-A203-52F1A2F2B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14914-28B8-4823-3706-AAB10E77F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6623D-FD72-E898-7048-15C14048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2DF5D-8E27-D86A-2ABF-243C4802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C92D2-BC25-6A63-D786-FC990198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0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9C02-3640-BE19-8ECF-09F7C069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C991B-9230-C31F-5742-CD64AAA71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07A6F-E6BA-9980-249D-9ABC7D26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1B9D2-E09C-F4D7-1B58-1C2DAE1C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D9237-3E20-A0D7-11D1-EE3F1C84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74C5B-3311-B97A-E03B-A8F29848C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0FD35-1F29-4664-FEE2-4A57C9748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67047-A46A-F42B-D7AB-2DF7BF59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261DE-0A29-2A5B-09A4-A74438996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9BDF3-1201-672F-1976-6A6F5844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6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47A1C-D525-2733-831B-F6021D576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01FA6-D2A1-6220-B224-015ADD594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FE977-3283-DA84-4DEA-A0EC879AB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B4596-EAA6-4A0E-A1A4-64A33C9DB07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FDDC7-6450-0E33-DCA2-FCB8343CF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DECB1-B30D-A132-8C91-20D7126B8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3259D-2BB4-4AF1-9177-1E27A9A98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81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2C729DE-4886-6DDE-67E6-B86604569B5F}"/>
              </a:ext>
            </a:extLst>
          </p:cNvPr>
          <p:cNvGrpSpPr/>
          <p:nvPr/>
        </p:nvGrpSpPr>
        <p:grpSpPr>
          <a:xfrm>
            <a:off x="3251800" y="665834"/>
            <a:ext cx="4914738" cy="5296646"/>
            <a:chOff x="3251800" y="665834"/>
            <a:chExt cx="4914738" cy="5296646"/>
          </a:xfrm>
        </p:grpSpPr>
        <p:sp>
          <p:nvSpPr>
            <p:cNvPr id="4" name="Rectangle 19">
              <a:extLst>
                <a:ext uri="{FF2B5EF4-FFF2-40B4-BE49-F238E27FC236}">
                  <a16:creationId xmlns:a16="http://schemas.microsoft.com/office/drawing/2014/main" id="{95285FBF-DDA1-62E8-B791-D69AF338C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367" y="761401"/>
              <a:ext cx="2265239" cy="6171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D630"/>
              </a:solidFill>
              <a:miter lim="800000"/>
              <a:headEnd/>
              <a:tailEnd/>
            </a:ln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Records identified through database searching</a:t>
              </a:r>
              <a:b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</a:b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(n = </a:t>
              </a:r>
              <a:r>
                <a:rPr kumimoji="0" lang="en-CA" altLang="en-US" sz="11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979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)</a:t>
              </a:r>
              <a:endParaRPr kumimoji="0" lang="en-C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" name="AutoShape 21">
              <a:extLst>
                <a:ext uri="{FF2B5EF4-FFF2-40B4-BE49-F238E27FC236}">
                  <a16:creationId xmlns:a16="http://schemas.microsoft.com/office/drawing/2014/main" id="{C5F6F6EB-3ED7-0E5D-AABB-4D473CAEB9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659049" y="2374525"/>
              <a:ext cx="1453880" cy="268378"/>
            </a:xfrm>
            <a:prstGeom prst="roundRect">
              <a:avLst>
                <a:gd name="adj" fmla="val 50000"/>
              </a:avLst>
            </a:prstGeom>
            <a:solidFill>
              <a:srgbClr val="5D666D"/>
            </a:solidFill>
            <a:ln w="12700">
              <a:solidFill>
                <a:srgbClr val="BFD630"/>
              </a:solidFill>
              <a:round/>
              <a:headEnd/>
              <a:tailEnd/>
            </a:ln>
          </p:spPr>
          <p:txBody>
            <a:bodyPr vert="horz" wrap="square" lIns="45720" tIns="45720" rIns="4572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1" u="none" strike="noStrike" cap="none" normalizeH="0" baseline="0" dirty="0">
                  <a:ln>
                    <a:noFill/>
                  </a:ln>
                  <a:solidFill>
                    <a:srgbClr val="BFD63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Screening</a:t>
              </a:r>
              <a:endParaRPr kumimoji="0" lang="en-CA" altLang="en-US" sz="1100" b="1" i="1" u="none" strike="noStrike" cap="none" normalizeH="0" baseline="0" dirty="0">
                <a:ln>
                  <a:noFill/>
                </a:ln>
                <a:solidFill>
                  <a:srgbClr val="BFD6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AutoShape 1">
              <a:extLst>
                <a:ext uri="{FF2B5EF4-FFF2-40B4-BE49-F238E27FC236}">
                  <a16:creationId xmlns:a16="http://schemas.microsoft.com/office/drawing/2014/main" id="{3B11F718-17D6-690B-1099-2AE3B0E967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950920" y="5393223"/>
              <a:ext cx="870137" cy="268378"/>
            </a:xfrm>
            <a:prstGeom prst="roundRect">
              <a:avLst>
                <a:gd name="adj" fmla="val 50000"/>
              </a:avLst>
            </a:prstGeom>
            <a:solidFill>
              <a:srgbClr val="5D666D"/>
            </a:solidFill>
            <a:ln w="12700">
              <a:solidFill>
                <a:srgbClr val="BFD630"/>
              </a:solidFill>
              <a:round/>
              <a:headEnd/>
              <a:tailEnd/>
            </a:ln>
          </p:spPr>
          <p:txBody>
            <a:bodyPr vert="horz" wrap="square" lIns="45720" tIns="45720" rIns="4572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1" u="none" strike="noStrike" cap="none" normalizeH="0" baseline="0" dirty="0">
                  <a:ln>
                    <a:noFill/>
                  </a:ln>
                  <a:solidFill>
                    <a:srgbClr val="BFD63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Included</a:t>
              </a:r>
              <a:endParaRPr kumimoji="0" lang="en-CA" altLang="en-US" sz="1100" b="1" i="1" u="none" strike="noStrike" cap="none" normalizeH="0" baseline="0" dirty="0">
                <a:ln>
                  <a:noFill/>
                </a:ln>
                <a:solidFill>
                  <a:srgbClr val="BFD6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AutoShape 20">
              <a:extLst>
                <a:ext uri="{FF2B5EF4-FFF2-40B4-BE49-F238E27FC236}">
                  <a16:creationId xmlns:a16="http://schemas.microsoft.com/office/drawing/2014/main" id="{E231842A-3C3C-1A09-1B11-1C8C1B6840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668853" y="4081487"/>
              <a:ext cx="1434272" cy="268378"/>
            </a:xfrm>
            <a:prstGeom prst="roundRect">
              <a:avLst>
                <a:gd name="adj" fmla="val 50000"/>
              </a:avLst>
            </a:prstGeom>
            <a:solidFill>
              <a:srgbClr val="5D666D"/>
            </a:solidFill>
            <a:ln w="12700">
              <a:solidFill>
                <a:srgbClr val="BFD630"/>
              </a:solidFill>
              <a:round/>
              <a:headEnd/>
              <a:tailEnd/>
            </a:ln>
          </p:spPr>
          <p:txBody>
            <a:bodyPr vert="horz" wrap="square" lIns="45720" tIns="45720" rIns="4572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1" u="none" strike="noStrike" cap="none" normalizeH="0" baseline="0" dirty="0">
                  <a:ln>
                    <a:noFill/>
                  </a:ln>
                  <a:solidFill>
                    <a:srgbClr val="BFD63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Eligibility</a:t>
              </a:r>
              <a:endParaRPr kumimoji="0" lang="en-CA" altLang="en-US" sz="1100" b="1" i="1" u="none" strike="noStrike" cap="none" normalizeH="0" baseline="0" dirty="0">
                <a:ln>
                  <a:noFill/>
                </a:ln>
                <a:solidFill>
                  <a:srgbClr val="BFD6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utoShape 2">
              <a:extLst>
                <a:ext uri="{FF2B5EF4-FFF2-40B4-BE49-F238E27FC236}">
                  <a16:creationId xmlns:a16="http://schemas.microsoft.com/office/drawing/2014/main" id="{09EDFCB2-D1A9-944B-6554-245E2EBA1F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878157" y="1039477"/>
              <a:ext cx="1015663" cy="268378"/>
            </a:xfrm>
            <a:prstGeom prst="roundRect">
              <a:avLst>
                <a:gd name="adj" fmla="val 50000"/>
              </a:avLst>
            </a:prstGeom>
            <a:solidFill>
              <a:srgbClr val="5D666D"/>
            </a:solidFill>
            <a:ln w="12700">
              <a:solidFill>
                <a:srgbClr val="BFD630"/>
              </a:solidFill>
              <a:round/>
              <a:headEnd/>
              <a:tailEnd/>
            </a:ln>
          </p:spPr>
          <p:txBody>
            <a:bodyPr vert="horz" wrap="square" lIns="45720" tIns="45720" rIns="4572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1" u="none" strike="noStrike" cap="none" normalizeH="0" baseline="0" dirty="0">
                  <a:ln>
                    <a:noFill/>
                  </a:ln>
                  <a:solidFill>
                    <a:srgbClr val="BFD630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Identification</a:t>
              </a:r>
              <a:endParaRPr kumimoji="0" lang="en-CA" altLang="en-US" sz="1100" b="1" i="1" u="none" strike="noStrike" cap="none" normalizeH="0" baseline="0" dirty="0">
                <a:ln>
                  <a:noFill/>
                </a:ln>
                <a:solidFill>
                  <a:srgbClr val="BFD6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F51E59-4F8F-4BCB-A04F-4A2845921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6542" y="2668758"/>
              <a:ext cx="1549996" cy="516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D630"/>
              </a:solidFill>
              <a:miter lim="800000"/>
              <a:headEnd/>
              <a:tailEnd/>
            </a:ln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Records excluded</a:t>
              </a:r>
              <a:b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</a:b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(n = </a:t>
              </a:r>
              <a:r>
                <a:rPr kumimoji="0" lang="en-CA" altLang="en-US" sz="11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191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)</a:t>
              </a:r>
              <a:endParaRPr kumimoji="0" lang="en-C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2514EA77-9413-11E7-AD9B-15B0FD2DE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367" y="3498540"/>
              <a:ext cx="2265239" cy="6171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D630"/>
              </a:solidFill>
              <a:miter lim="800000"/>
              <a:headEnd/>
              <a:tailEnd/>
            </a:ln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CA" alt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Main title of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 articles assessed for eligibility</a:t>
              </a:r>
              <a:b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</a:b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(n = </a:t>
              </a:r>
              <a:r>
                <a:rPr kumimoji="0" lang="en-CA" altLang="en-US" sz="11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445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)</a:t>
              </a:r>
              <a:endParaRPr kumimoji="0" lang="en-C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AE440285-D3FC-84B6-021D-029C0CB03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367" y="4315684"/>
              <a:ext cx="2265239" cy="6171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D630"/>
              </a:solidFill>
              <a:miter lim="800000"/>
              <a:headEnd/>
              <a:tailEnd/>
            </a:ln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CA" alt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Abstracts of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 articles assessed for eligibility</a:t>
              </a:r>
              <a:b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</a:b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(n = </a:t>
              </a:r>
              <a:r>
                <a:rPr lang="en-CA" altLang="en-US" sz="1100" b="1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53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)</a:t>
              </a:r>
              <a:endParaRPr kumimoji="0" lang="en-C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72AD8A16-6130-28B9-D2F2-69154705E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367" y="5218848"/>
              <a:ext cx="2265239" cy="6171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D630"/>
              </a:solidFill>
              <a:miter lim="800000"/>
              <a:headEnd/>
              <a:tailEnd/>
            </a:ln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Total </a:t>
              </a:r>
              <a:r>
                <a:rPr lang="en-CA" alt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number of 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articles included in the study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 (n =  </a:t>
              </a:r>
              <a:r>
                <a:rPr kumimoji="0" lang="en-CA" altLang="en-US" sz="11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17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)</a:t>
              </a:r>
              <a:endParaRPr kumimoji="0" lang="en-C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AutoShape 4">
              <a:extLst>
                <a:ext uri="{FF2B5EF4-FFF2-40B4-BE49-F238E27FC236}">
                  <a16:creationId xmlns:a16="http://schemas.microsoft.com/office/drawing/2014/main" id="{25CF8569-EE38-029E-0F04-CC9098CA1E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6774" y="2876860"/>
              <a:ext cx="588424" cy="0"/>
            </a:xfrm>
            <a:prstGeom prst="straightConnector1">
              <a:avLst/>
            </a:prstGeom>
            <a:noFill/>
            <a:ln w="9525">
              <a:solidFill>
                <a:srgbClr val="BFD63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CCCCC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F8B535D-91E7-F8B1-3F3F-C6ED25792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6542" y="1832006"/>
              <a:ext cx="1549996" cy="516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D630"/>
              </a:solidFill>
              <a:miter lim="800000"/>
              <a:headEnd/>
              <a:tailEnd/>
            </a:ln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Records excluded</a:t>
              </a:r>
              <a:b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</a:b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(n =  </a:t>
              </a:r>
              <a:r>
                <a:rPr kumimoji="0" lang="en-CA" altLang="en-US" sz="11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343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)</a:t>
              </a:r>
              <a:endParaRPr kumimoji="0" lang="en-C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A86E7D94-6B49-AA3C-4D3D-01498DB76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367" y="2618526"/>
              <a:ext cx="2265239" cy="6171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D630"/>
              </a:solidFill>
              <a:miter lim="800000"/>
              <a:headEnd/>
              <a:tailEnd/>
            </a:ln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Records screened for duplicates</a:t>
              </a:r>
              <a:b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</a:b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(n = </a:t>
              </a:r>
              <a:r>
                <a:rPr kumimoji="0" lang="en-CA" altLang="en-US" sz="11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636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)</a:t>
              </a:r>
              <a:endParaRPr kumimoji="0" lang="en-C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19">
              <a:extLst>
                <a:ext uri="{FF2B5EF4-FFF2-40B4-BE49-F238E27FC236}">
                  <a16:creationId xmlns:a16="http://schemas.microsoft.com/office/drawing/2014/main" id="{2A8E0153-2700-0572-F7EE-041A13F07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367" y="1781774"/>
              <a:ext cx="2265239" cy="6171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D630"/>
              </a:solidFill>
              <a:miter lim="800000"/>
              <a:headEnd/>
              <a:tailEnd/>
            </a:ln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Records screened through database searching with filters applied</a:t>
              </a:r>
              <a:b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</a:b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(n = </a:t>
              </a:r>
              <a:r>
                <a:rPr kumimoji="0" lang="en-CA" altLang="en-US" sz="11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979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)</a:t>
              </a:r>
              <a:endParaRPr kumimoji="0" lang="en-C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285C9C3-8E96-F356-5A91-96142ACA92A2}"/>
                </a:ext>
              </a:extLst>
            </p:cNvPr>
            <p:cNvCxnSpPr>
              <a:cxnSpLocks/>
              <a:stCxn id="4" idx="2"/>
              <a:endCxn id="35" idx="0"/>
            </p:cNvCxnSpPr>
            <p:nvPr/>
          </p:nvCxnSpPr>
          <p:spPr>
            <a:xfrm>
              <a:off x="4900987" y="1378529"/>
              <a:ext cx="0" cy="40324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CCCCC"/>
                    </a:outerShdw>
                  </a:effectLst>
                </a14:hiddenEffects>
              </a:ext>
            </a:extLst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30A3A95-7340-C370-4426-A0A81A14D624}"/>
                </a:ext>
              </a:extLst>
            </p:cNvPr>
            <p:cNvCxnSpPr>
              <a:cxnSpLocks/>
              <a:stCxn id="35" idx="2"/>
              <a:endCxn id="13" idx="0"/>
            </p:cNvCxnSpPr>
            <p:nvPr/>
          </p:nvCxnSpPr>
          <p:spPr>
            <a:xfrm>
              <a:off x="4900987" y="2398902"/>
              <a:ext cx="0" cy="2196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CCCCC"/>
                    </a:outerShdw>
                  </a:effectLst>
                </a14:hiddenEffects>
              </a:ext>
            </a:extLst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C4E906A-B6B7-E1BD-9FDE-A25274DF3B00}"/>
                </a:ext>
              </a:extLst>
            </p:cNvPr>
            <p:cNvCxnSpPr>
              <a:cxnSpLocks/>
              <a:stCxn id="13" idx="2"/>
              <a:endCxn id="15" idx="0"/>
            </p:cNvCxnSpPr>
            <p:nvPr/>
          </p:nvCxnSpPr>
          <p:spPr>
            <a:xfrm>
              <a:off x="4900987" y="3235654"/>
              <a:ext cx="0" cy="2628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CCCCC"/>
                    </a:outerShdw>
                  </a:effectLst>
                </a14:hiddenEffects>
              </a:ext>
            </a:extLst>
          </p:spPr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C7AECEE-C2D5-15A9-D1BE-7070FB2BA442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>
              <a:off x="4900987" y="4115668"/>
              <a:ext cx="0" cy="2000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CCCCC"/>
                    </a:outerShdw>
                  </a:effectLst>
                </a14:hiddenEffects>
              </a:ext>
            </a:extLst>
          </p:spPr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84A8F72-4609-5DCA-8B93-73682215BD45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>
              <a:off x="4900987" y="4932812"/>
              <a:ext cx="0" cy="2860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CCCCC"/>
                    </a:outerShdw>
                  </a:effectLst>
                </a14:hiddenEffects>
              </a:ext>
            </a:extLst>
          </p:spPr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8057378-8929-5E88-9911-15B8A6040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6542" y="3548772"/>
              <a:ext cx="1549996" cy="516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D630"/>
              </a:solidFill>
              <a:miter lim="800000"/>
              <a:headEnd/>
              <a:tailEnd/>
            </a:ln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Records excluded</a:t>
              </a:r>
              <a:b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</a:b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(n =  </a:t>
              </a:r>
              <a:r>
                <a:rPr kumimoji="0" lang="en-CA" altLang="en-US" sz="11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392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)</a:t>
              </a:r>
              <a:endParaRPr kumimoji="0" lang="en-C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34BCE57-27E7-CC6E-4F2A-A02977E44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6542" y="4365916"/>
              <a:ext cx="1549996" cy="516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D630"/>
              </a:solidFill>
              <a:miter lim="800000"/>
              <a:headEnd/>
              <a:tailEnd/>
            </a:ln>
          </p:spPr>
          <p:txBody>
            <a:bodyPr vert="horz" wrap="square" lIns="91440" tIns="91440" rIns="91440" bIns="9144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Records excluded</a:t>
              </a:r>
              <a:b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</a:b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(n = </a:t>
              </a:r>
              <a:r>
                <a:rPr kumimoji="0" lang="en-CA" altLang="en-US" sz="11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36</a:t>
              </a:r>
              <a:r>
                <a:rPr kumimoji="0" lang="en-CA" altLang="en-US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)</a:t>
              </a:r>
              <a:endParaRPr kumimoji="0" lang="en-CA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0D044988-ED52-0A1D-4F48-51CD38C8945B}"/>
                </a:ext>
              </a:extLst>
            </p:cNvPr>
            <p:cNvCxnSpPr>
              <a:cxnSpLocks/>
              <a:stCxn id="35" idx="3"/>
              <a:endCxn id="31" idx="1"/>
            </p:cNvCxnSpPr>
            <p:nvPr/>
          </p:nvCxnSpPr>
          <p:spPr>
            <a:xfrm>
              <a:off x="6033606" y="2090338"/>
              <a:ext cx="582936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CCCCC"/>
                    </a:outerShdw>
                  </a:effectLst>
                </a14:hiddenEffects>
              </a:ext>
            </a:extLst>
          </p:spPr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6FF5803-D50F-C773-DD81-592E646FE0B8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>
              <a:off x="6033606" y="2927090"/>
              <a:ext cx="582936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CCCCC"/>
                    </a:outerShdw>
                  </a:effectLst>
                </a14:hiddenEffects>
              </a:ext>
            </a:extLst>
          </p:spPr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EA12C9C-E2BE-549D-AF21-96D38087F743}"/>
                </a:ext>
              </a:extLst>
            </p:cNvPr>
            <p:cNvCxnSpPr>
              <a:cxnSpLocks/>
              <a:stCxn id="15" idx="3"/>
              <a:endCxn id="43" idx="1"/>
            </p:cNvCxnSpPr>
            <p:nvPr/>
          </p:nvCxnSpPr>
          <p:spPr>
            <a:xfrm>
              <a:off x="6033606" y="3807104"/>
              <a:ext cx="582936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CCCCC"/>
                    </a:outerShdw>
                  </a:effectLst>
                </a14:hiddenEffects>
              </a:ext>
            </a:extLst>
          </p:spPr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B5C0A51-7CBE-33D4-F4B1-A19672B82335}"/>
                </a:ext>
              </a:extLst>
            </p:cNvPr>
            <p:cNvCxnSpPr>
              <a:cxnSpLocks/>
              <a:stCxn id="17" idx="3"/>
              <a:endCxn id="44" idx="1"/>
            </p:cNvCxnSpPr>
            <p:nvPr/>
          </p:nvCxnSpPr>
          <p:spPr>
            <a:xfrm>
              <a:off x="6033606" y="4624248"/>
              <a:ext cx="582936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CCCCCC"/>
                    </a:outerShdw>
                  </a:effectLst>
                </a14:hiddenEffects>
              </a:ext>
            </a:extLst>
          </p:spPr>
        </p:cxnSp>
      </p:grpSp>
      <p:sp>
        <p:nvSpPr>
          <p:cNvPr id="9" name="slide_status_sticker_Yellow">
            <a:extLst>
              <a:ext uri="{FF2B5EF4-FFF2-40B4-BE49-F238E27FC236}">
                <a16:creationId xmlns:a16="http://schemas.microsoft.com/office/drawing/2014/main" id="{F078929E-AAE7-E8F7-19F0-8D417BF38AD4}"/>
              </a:ext>
            </a:extLst>
          </p:cNvPr>
          <p:cNvSpPr/>
          <p:nvPr/>
        </p:nvSpPr>
        <p:spPr>
          <a:xfrm>
            <a:off x="5370786" y="189952"/>
            <a:ext cx="3048000" cy="246221"/>
          </a:xfrm>
          <a:prstGeom prst="rect">
            <a:avLst/>
          </a:prstGeom>
          <a:solidFill>
            <a:srgbClr val="FFFF00"/>
          </a:solidFill>
          <a:ln w="20320">
            <a:solidFill>
              <a:srgbClr val="000000"/>
            </a:solidFill>
          </a:ln>
          <a:effectLst>
            <a:outerShdw blurRad="50800" dist="35921" dir="2700002" rotWithShape="0">
              <a:scrgbClr r="0" g="0" b="0">
                <a:alpha val="4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r>
              <a:rPr lang="pt-PT" sz="1000" b="1" dirty="0">
                <a:solidFill>
                  <a:srgbClr val="000000"/>
                </a:solidFill>
              </a:rPr>
              <a:t>Todos com a query grande sem filters</a:t>
            </a:r>
            <a:endParaRPr lang="en-US" sz="1000" b="1" dirty="0">
              <a:solidFill>
                <a:srgbClr val="000000"/>
              </a:solidFill>
            </a:endParaRPr>
          </a:p>
        </p:txBody>
      </p:sp>
      <p:sp>
        <p:nvSpPr>
          <p:cNvPr id="12" name="slide_status_sticker_Yellow">
            <a:extLst>
              <a:ext uri="{FF2B5EF4-FFF2-40B4-BE49-F238E27FC236}">
                <a16:creationId xmlns:a16="http://schemas.microsoft.com/office/drawing/2014/main" id="{49230E8A-2FCE-BE10-0DE5-62403294646F}"/>
              </a:ext>
            </a:extLst>
          </p:cNvPr>
          <p:cNvSpPr/>
          <p:nvPr/>
        </p:nvSpPr>
        <p:spPr>
          <a:xfrm>
            <a:off x="3520178" y="558337"/>
            <a:ext cx="3048000" cy="246221"/>
          </a:xfrm>
          <a:prstGeom prst="rect">
            <a:avLst/>
          </a:prstGeom>
          <a:solidFill>
            <a:srgbClr val="FFFF00"/>
          </a:solidFill>
          <a:ln w="20320">
            <a:solidFill>
              <a:srgbClr val="000000"/>
            </a:solidFill>
          </a:ln>
          <a:effectLst>
            <a:outerShdw blurRad="50800" dist="35921" dir="2700002" rotWithShape="0">
              <a:scrgbClr r="0" g="0" b="0">
                <a:alpha val="4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r>
              <a:rPr lang="pt-PT" sz="1000" b="1" dirty="0">
                <a:solidFill>
                  <a:srgbClr val="000000"/>
                </a:solidFill>
              </a:rPr>
              <a:t>673 (Scopus) + 306 (web of science)</a:t>
            </a:r>
            <a:endParaRPr lang="en-US" sz="1000" b="1" dirty="0">
              <a:solidFill>
                <a:srgbClr val="000000"/>
              </a:solidFill>
            </a:endParaRPr>
          </a:p>
        </p:txBody>
      </p:sp>
      <p:sp>
        <p:nvSpPr>
          <p:cNvPr id="16" name="slide_status_sticker_Yellow">
            <a:extLst>
              <a:ext uri="{FF2B5EF4-FFF2-40B4-BE49-F238E27FC236}">
                <a16:creationId xmlns:a16="http://schemas.microsoft.com/office/drawing/2014/main" id="{E9D17E16-9EC8-EE38-F802-DBB42AA87034}"/>
              </a:ext>
            </a:extLst>
          </p:cNvPr>
          <p:cNvSpPr/>
          <p:nvPr/>
        </p:nvSpPr>
        <p:spPr>
          <a:xfrm>
            <a:off x="6894786" y="599467"/>
            <a:ext cx="3048000" cy="400110"/>
          </a:xfrm>
          <a:prstGeom prst="rect">
            <a:avLst/>
          </a:prstGeom>
          <a:solidFill>
            <a:srgbClr val="FFFF00"/>
          </a:solidFill>
          <a:ln w="20320">
            <a:solidFill>
              <a:srgbClr val="000000"/>
            </a:solidFill>
          </a:ln>
          <a:effectLst>
            <a:outerShdw blurRad="50800" dist="35921" dir="2700002" rotWithShape="0">
              <a:scrgbClr r="0" g="0" b="0">
                <a:alpha val="4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r>
              <a:rPr lang="pt-PT" sz="1000" b="1" dirty="0">
                <a:solidFill>
                  <a:srgbClr val="000000"/>
                </a:solidFill>
              </a:rPr>
              <a:t>Science direct aquela query e muito grande e nao funciona</a:t>
            </a:r>
            <a:endParaRPr lang="en-US" sz="1000" b="1" dirty="0">
              <a:solidFill>
                <a:srgbClr val="000000"/>
              </a:solidFill>
            </a:endParaRPr>
          </a:p>
        </p:txBody>
      </p:sp>
      <p:sp>
        <p:nvSpPr>
          <p:cNvPr id="19" name="slide_status_sticker_Yellow">
            <a:extLst>
              <a:ext uri="{FF2B5EF4-FFF2-40B4-BE49-F238E27FC236}">
                <a16:creationId xmlns:a16="http://schemas.microsoft.com/office/drawing/2014/main" id="{94D263B3-27B3-01CC-65E7-947E844C4AFC}"/>
              </a:ext>
            </a:extLst>
          </p:cNvPr>
          <p:cNvSpPr/>
          <p:nvPr/>
        </p:nvSpPr>
        <p:spPr>
          <a:xfrm>
            <a:off x="808509" y="2826076"/>
            <a:ext cx="3048000" cy="400110"/>
          </a:xfrm>
          <a:prstGeom prst="rect">
            <a:avLst/>
          </a:prstGeom>
          <a:solidFill>
            <a:srgbClr val="FFFF00"/>
          </a:solidFill>
          <a:ln w="20320">
            <a:solidFill>
              <a:srgbClr val="000000"/>
            </a:solidFill>
          </a:ln>
          <a:effectLst>
            <a:outerShdw blurRad="50800" dist="35921" dir="2700002" rotWithShape="0">
              <a:scrgbClr r="0" g="0" b="0">
                <a:alpha val="4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/>
          <a:p>
            <a:r>
              <a:rPr lang="pt-PT" sz="1000" b="1" dirty="0">
                <a:solidFill>
                  <a:srgbClr val="000000"/>
                </a:solidFill>
              </a:rPr>
              <a:t>418 + 188(query medio especifica) (Scopus) + 30 (web of science)</a:t>
            </a:r>
            <a:endParaRPr lang="en-US" sz="1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5194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LLINECOLOR1" val="8544277"/>
  <p:tag name="FILLLINECOLOR2" val="16115137"/>
  <p:tag name="FILLLINECOLOR3" val="15453059"/>
  <p:tag name="FILLLINECOLOR4" val="14790982"/>
  <p:tag name="FILLLINECOLOR5" val="6440976"/>
  <p:tag name="FILLLINECOLOR6" val="4272139"/>
  <p:tag name="FILLLINECOLOR7" val="3305961"/>
  <p:tag name="FILLLINECOLOR8" val="14083067"/>
  <p:tag name="FILLLINECOLOR9" val="11388662"/>
  <p:tag name="FILLLINECOLOR10" val="8694514"/>
  <p:tag name="FILLLINECOLOR11" val="1396672"/>
  <p:tag name="FILLLINECOLOR12" val="931200"/>
  <p:tag name="FILLLINECOLOR13" val="15921906"/>
  <p:tag name="FILLLINECOLOR14" val="14277081"/>
  <p:tag name="FILLLINECOLOR15" val="12566463"/>
  <p:tag name="FILLLINECOLOR16" val="10921638"/>
  <p:tag name="FILLLINECOLOR17" val="8355711"/>
  <p:tag name="FILLLINECOLOR18" val="5855577"/>
  <p:tag name="FILLLINECOLOR19" val="0"/>
  <p:tag name="FILLLINECOLOR20" val="16777215"/>
  <p:tag name="FILLLINECOLOR22" val="65535"/>
  <p:tag name="FILLLINECOLOR23" val="49407"/>
  <p:tag name="FILLLINECOLOR24" val="255"/>
  <p:tag name="FONTCOLORNUMBER1" val="1"/>
  <p:tag name="FONTCOLORNUMBER2" val="7"/>
  <p:tag name="FONTCOLORNUMBER3" val="15"/>
  <p:tag name="FONTCOLORNUMBER4" val="17"/>
  <p:tag name="FONTCOLORNUMBER5" val="19"/>
  <p:tag name="FONTCOLORNUMBER6" val="20"/>
  <p:tag name="FONTCOLOR1" val="8544277"/>
  <p:tag name="FONTCOLOR2" val="3305961"/>
  <p:tag name="FONTCOLOR3" val="12566463"/>
  <p:tag name="FONTCOLOR4" val="8355711"/>
  <p:tag name="FONTCOLOR5" val="0"/>
  <p:tag name="FONTCOLOR6" val="167772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156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Godinho, Diogo Domingues</dc:creator>
  <cp:lastModifiedBy>Godinho, Diogo Domingues</cp:lastModifiedBy>
  <cp:revision>1</cp:revision>
  <dcterms:created xsi:type="dcterms:W3CDTF">2025-09-29T13:55:24Z</dcterms:created>
  <dcterms:modified xsi:type="dcterms:W3CDTF">2025-09-30T16:19:04Z</dcterms:modified>
</cp:coreProperties>
</file>